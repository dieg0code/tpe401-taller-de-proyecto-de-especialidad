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CAEFC7-C7B2-79BE-A9FB-E219893A8B1B}" name="Alejandra Fabiola Gaete Bravo" initials="AB" userId="S::alejandra.gaete@aiep.cl::acb6a84f-f7b2-466e-87d3-3c039abcb5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Andres Fuenzalida Hinojosa" userId="127afacb-8e2e-4aeb-abea-89d6097dc1ec" providerId="ADAL" clId="{EF5A49FE-706E-094C-8200-C4C8348267D9}"/>
    <pc:docChg chg="modSld">
      <pc:chgData name="Cristian Andres Fuenzalida Hinojosa" userId="127afacb-8e2e-4aeb-abea-89d6097dc1ec" providerId="ADAL" clId="{EF5A49FE-706E-094C-8200-C4C8348267D9}" dt="2025-07-30T14:40:17.102" v="23" actId="20577"/>
      <pc:docMkLst>
        <pc:docMk/>
      </pc:docMkLst>
      <pc:sldChg chg="modSp mod">
        <pc:chgData name="Cristian Andres Fuenzalida Hinojosa" userId="127afacb-8e2e-4aeb-abea-89d6097dc1ec" providerId="ADAL" clId="{EF5A49FE-706E-094C-8200-C4C8348267D9}" dt="2025-07-30T14:40:17.102" v="23" actId="20577"/>
        <pc:sldMkLst>
          <pc:docMk/>
          <pc:sldMk cId="249512703" sldId="258"/>
        </pc:sldMkLst>
        <pc:spChg chg="mod">
          <ac:chgData name="Cristian Andres Fuenzalida Hinojosa" userId="127afacb-8e2e-4aeb-abea-89d6097dc1ec" providerId="ADAL" clId="{EF5A49FE-706E-094C-8200-C4C8348267D9}" dt="2025-07-30T14:40:17.102" v="23" actId="20577"/>
          <ac:spMkLst>
            <pc:docMk/>
            <pc:sldMk cId="249512703" sldId="258"/>
            <ac:spMk id="4" creationId="{BF75013C-CF72-4E09-8ED3-D2BA9A70C1DA}"/>
          </ac:spMkLst>
        </pc:spChg>
      </pc:sldChg>
    </pc:docChg>
  </pc:docChgLst>
  <pc:docChgLst>
    <pc:chgData name="Cristian Andres Fuenzalida Hinojosa" userId="S::cristian.fuenzalida@aiep.cl::127afacb-8e2e-4aeb-abea-89d6097dc1ec" providerId="AD" clId="Web-{3A577291-8BE6-28E9-5D97-F459CDB32471}"/>
    <pc:docChg chg="delSld">
      <pc:chgData name="Cristian Andres Fuenzalida Hinojosa" userId="S::cristian.fuenzalida@aiep.cl::127afacb-8e2e-4aeb-abea-89d6097dc1ec" providerId="AD" clId="Web-{3A577291-8BE6-28E9-5D97-F459CDB32471}" dt="2024-07-24T15:28:46.272" v="0"/>
      <pc:docMkLst>
        <pc:docMk/>
      </pc:docMkLst>
      <pc:sldChg chg="del">
        <pc:chgData name="Cristian Andres Fuenzalida Hinojosa" userId="S::cristian.fuenzalida@aiep.cl::127afacb-8e2e-4aeb-abea-89d6097dc1ec" providerId="AD" clId="Web-{3A577291-8BE6-28E9-5D97-F459CDB32471}" dt="2024-07-24T15:28:46.272" v="0"/>
        <pc:sldMkLst>
          <pc:docMk/>
          <pc:sldMk cId="1635084498" sldId="261"/>
        </pc:sldMkLst>
      </pc:sldChg>
    </pc:docChg>
  </pc:docChgLst>
  <pc:docChgLst>
    <pc:chgData name="Alejandra Fabiola Gaete Bravo" userId="S::alejandra.gaete@aiep.cl::acb6a84f-f7b2-466e-87d3-3c039abcb5e4" providerId="AD" clId="Web-{70734FC9-53BE-CF2C-09EF-E02C0B8B88C5}"/>
    <pc:docChg chg="mod">
      <pc:chgData name="Alejandra Fabiola Gaete Bravo" userId="S::alejandra.gaete@aiep.cl::acb6a84f-f7b2-466e-87d3-3c039abcb5e4" providerId="AD" clId="Web-{70734FC9-53BE-CF2C-09EF-E02C0B8B88C5}" dt="2024-07-04T16:33:10.276" v="1"/>
      <pc:docMkLst>
        <pc:docMk/>
      </pc:docMkLst>
      <pc:sldChg chg="addCm">
        <pc:chgData name="Alejandra Fabiola Gaete Bravo" userId="S::alejandra.gaete@aiep.cl::acb6a84f-f7b2-466e-87d3-3c039abcb5e4" providerId="AD" clId="Web-{70734FC9-53BE-CF2C-09EF-E02C0B8B88C5}" dt="2024-07-04T16:33:10.276" v="1"/>
        <pc:sldMkLst>
          <pc:docMk/>
          <pc:sldMk cId="1635084498" sldId="2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Fabiola Gaete Bravo" userId="S::alejandra.gaete@aiep.cl::acb6a84f-f7b2-466e-87d3-3c039abcb5e4" providerId="AD" clId="Web-{70734FC9-53BE-CF2C-09EF-E02C0B8B88C5}" dt="2024-07-04T16:33:10.276" v="1"/>
              <pc2:cmMkLst xmlns:pc2="http://schemas.microsoft.com/office/powerpoint/2019/9/main/command">
                <pc:docMk/>
                <pc:sldMk cId="1635084498" sldId="261"/>
                <pc2:cmMk id="{3549F46F-8A3C-4F2F-9E47-44006A986BD6}"/>
              </pc2:cmMkLst>
            </pc226:cmChg>
          </p:ext>
        </pc:extLst>
      </pc:sldChg>
    </pc:docChg>
  </pc:docChgLst>
  <pc:docChgLst>
    <pc:chgData name="Cristian Andres Fuenzalida Hinojosa" userId="127afacb-8e2e-4aeb-abea-89d6097dc1ec" providerId="ADAL" clId="{7BF93CDF-032B-5A42-B4CC-098803913B27}"/>
    <pc:docChg chg="modSld">
      <pc:chgData name="Cristian Andres Fuenzalida Hinojosa" userId="127afacb-8e2e-4aeb-abea-89d6097dc1ec" providerId="ADAL" clId="{7BF93CDF-032B-5A42-B4CC-098803913B27}" dt="2024-07-04T15:17:41.160" v="9" actId="20577"/>
      <pc:docMkLst>
        <pc:docMk/>
      </pc:docMkLst>
      <pc:sldChg chg="modSp mod">
        <pc:chgData name="Cristian Andres Fuenzalida Hinojosa" userId="127afacb-8e2e-4aeb-abea-89d6097dc1ec" providerId="ADAL" clId="{7BF93CDF-032B-5A42-B4CC-098803913B27}" dt="2024-07-04T15:17:41.160" v="9" actId="20577"/>
        <pc:sldMkLst>
          <pc:docMk/>
          <pc:sldMk cId="470374546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EE547-9403-402E-AD6E-70B03ACFFE00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4E12-7C86-49E4-BEDC-F08F5D22062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141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Incluir:</a:t>
            </a:r>
          </a:p>
          <a:p>
            <a:r>
              <a:rPr lang="es-ES"/>
              <a:t>Objetivos Generales y Específicos del Proyecto</a:t>
            </a:r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04E12-7C86-49E4-BEDC-F08F5D22062D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3542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Describa la solución. Utilizar:</a:t>
            </a:r>
          </a:p>
          <a:p>
            <a:r>
              <a:rPr lang="es-CL"/>
              <a:t>-Presentación del proyecto. Pitch.</a:t>
            </a:r>
          </a:p>
          <a:p>
            <a:r>
              <a:rPr lang="es-CL"/>
              <a:t>- Lienzo Canvas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04E12-7C86-49E4-BEDC-F08F5D22062D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4468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3 conclusiones</a:t>
            </a:r>
          </a:p>
          <a:p>
            <a:r>
              <a:rPr lang="es-ES"/>
              <a:t>Destacar la importancia del proyecto propuesto</a:t>
            </a:r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04E12-7C86-49E4-BEDC-F08F5D22062D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096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Docente realiza 3 preguntas a cada equipo de proyecto y retroalimenta</a:t>
            </a:r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04E12-7C86-49E4-BEDC-F08F5D22062D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618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F493E-880F-4EA1-819A-25B4F4E97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3D2CA5-89BB-4585-ADBA-C7AEBE233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EB6FB7-A1D4-486B-BCF0-BA1143DF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32E0B2-A767-4381-B20B-95158489B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994179-3B2B-4DFB-9352-AAA6D121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5997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F1F27-5016-4E56-92F5-2483A7EB4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1581EA-AA8D-4641-8463-66B70A1AD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7833BF-F825-45CF-94F6-FAA1210D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66F7B-9DAC-4FF4-B11A-DFD851DA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96EB5F-3532-465F-BC0C-C631322A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314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338D8-A1FF-4897-A44A-A531F919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FE9624-6763-4FEE-8A3D-21E520A22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EC8178-7475-459E-BCED-A3579967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15E472-D9CE-4F3E-9428-3678E40E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3D4AD-242F-4DE5-AC17-5EC08D63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091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DA98E-D2B5-4C0D-8156-D625242AD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1D2375-B87A-4DE1-91A6-6AA2C0087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08B446-BE5A-4F2A-803A-13978B33C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1B9240-2058-4BA7-8E00-AAC94AAC7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DC476F-3E2F-4447-9BFE-16CCF9774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FC234C-4E12-458A-9AA2-1B2ACB9B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185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20617-9AF9-4991-8F5D-13FFB0A7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76BDE4-9681-4629-8D51-663B1FD51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2CFF0A-7AA9-4395-A26B-CA3AD6E00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A8D033-988D-4274-B2E5-F910CB9BC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F9EA13-678D-4F7E-ADB1-A589AC6CE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F592FB-9EDB-4859-BFE2-1B96D294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E5EC78-D776-430D-B2AA-9F884CC6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355B37A-CED4-4316-919D-045B2893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093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D330A-9F3E-4149-AFA0-8362DF7A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1700BEC-8BE9-49C0-AF2B-8F88E226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755F47-4FD8-46BF-9BCE-2A5A937F4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73360F-0CBA-4ABF-9B72-EB82A54B6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389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3E150FC-7B2A-40B8-B0B9-381A4615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8ED902-1D22-4493-96E0-6753B850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773F05-8C62-4EB4-8176-A5CCE4CA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047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53A60-BA9B-4BE2-B5E9-B8A63BF4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4D3CCC-D497-4B2F-95AB-C77C53568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230464-B947-49F4-9FB8-6176800D1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E08707-D3F9-4F09-8798-4FE736DA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9504B7-7A57-480E-BE84-9AA43E7ED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FAFA95-52F1-43F5-8176-2B2AFB57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068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3CDF3-CC30-4303-9D33-8FA6927B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3B60D8-52C1-4849-A2B7-C563B3957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AF0482-015F-4E1E-8738-067157C1C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F2F8A1-6C3C-439C-B931-DAE625D9F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A3B0C4-AF35-48F9-853B-26F34810F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403D42-2AEE-4CA7-96DC-F76B756E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7790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6B70F-64A8-418A-BBAF-D8AD93520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904CA1-7DD5-430D-B5D0-A4D3C31EA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ED4C45-DA24-40E8-A4CD-BF8F47B0E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45F602-71D3-483C-8DEA-093F7A37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31ECCC-2630-4C30-AB6F-C86657E8D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078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C4270B-AEE1-4844-97DA-1DE54D304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8E90EC-C2B3-403C-A655-94A4B1618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EB2963-778D-43DE-871F-C641D505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888349-E534-4BCF-99CD-FD9F06CC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8F0724-B5B1-499E-AD1A-30A5AAF4A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625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5E7423-B1F5-40DD-AE88-E04809D4B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ED086B-927B-4674-B478-0F32FE17C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ECFB8B-2352-46ED-AD95-565672539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6B096-4945-401F-A01E-E187A4DD5ABC}" type="datetimeFigureOut">
              <a:rPr lang="es-CL" smtClean="0"/>
              <a:t>30-07-25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B1DAAA-887A-49A9-84B0-0D50321FA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3E2208-DF3A-4DE8-A166-C67C9FE89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BA319-89E7-4D6B-B482-40C40CCDCAD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526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76F3E-0701-4870-81B3-BEEE0D2F26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Resumen Ejecutivo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B4E729-930B-49A7-B029-3829962FBE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Taller de Proyecto de Especialidad</a:t>
            </a:r>
            <a:endParaRPr lang="es-CL"/>
          </a:p>
          <a:p>
            <a:pPr algn="l"/>
            <a:r>
              <a:rPr lang="es-CL"/>
              <a:t>Nombre del Proyecto: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088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95789-ED1B-4DD9-BE12-9447F607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Información General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290702-BE64-4B77-A36E-F811DD8EA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992187"/>
            <a:ext cx="6172200" cy="4873625"/>
          </a:xfrm>
        </p:spPr>
        <p:txBody>
          <a:bodyPr/>
          <a:lstStyle/>
          <a:p>
            <a:r>
              <a:rPr lang="es-ES"/>
              <a:t>Incluir fotografía del equipo de proyecto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75013C-CF72-4E09-8ED3-D2BA9A70C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Nombre Escuela</a:t>
            </a:r>
          </a:p>
          <a:p>
            <a:endParaRPr lang="es-ES" dirty="0"/>
          </a:p>
          <a:p>
            <a:r>
              <a:rPr lang="es-ES" dirty="0"/>
              <a:t>Nombre Carrera</a:t>
            </a:r>
          </a:p>
          <a:p>
            <a:endParaRPr lang="es-ES" dirty="0"/>
          </a:p>
          <a:p>
            <a:r>
              <a:rPr lang="es-ES" dirty="0"/>
              <a:t>Nombre Sede</a:t>
            </a:r>
          </a:p>
          <a:p>
            <a:endParaRPr lang="es-ES" dirty="0"/>
          </a:p>
          <a:p>
            <a:r>
              <a:rPr lang="es-ES" dirty="0"/>
              <a:t>Nombre Docente de la Asignatura</a:t>
            </a:r>
          </a:p>
          <a:p>
            <a:endParaRPr lang="es-ES" dirty="0"/>
          </a:p>
          <a:p>
            <a:r>
              <a:rPr lang="es-ES" dirty="0"/>
              <a:t>Nombre Integrantes del Equipo de Proyectos</a:t>
            </a:r>
          </a:p>
          <a:p>
            <a:endParaRPr lang="es-ES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9512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80DCF-A761-4DAD-8FB4-FDCC567A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Descripción del Desafío o Necesidad 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0374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71FBF-33FF-46A7-8577-4DD4A461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Solución que se Propone Implementar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393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06A0E-BF9E-4C00-8404-F43FE842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Presentación de la Solución Técnica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1083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A4AD7-0337-42D8-B28F-3629F204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Conclusiones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945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A4AD7-0337-42D8-B28F-3629F204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0050" y="2103437"/>
            <a:ext cx="3048000" cy="1325563"/>
          </a:xfrm>
        </p:spPr>
        <p:txBody>
          <a:bodyPr/>
          <a:lstStyle/>
          <a:p>
            <a:r>
              <a:rPr lang="es-ES"/>
              <a:t>Preguntas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34939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Macintosh PowerPoint</Application>
  <PresentationFormat>Widescreen</PresentationFormat>
  <Paragraphs>31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Resumen Ejecutivo</vt:lpstr>
      <vt:lpstr>Información General</vt:lpstr>
      <vt:lpstr>Descripción del Desafío o Necesidad </vt:lpstr>
      <vt:lpstr>Solución que se Propone Implementar</vt:lpstr>
      <vt:lpstr>Presentación de la Solución Técnica</vt:lpstr>
      <vt:lpstr>Conclusiones</vt:lpstr>
      <vt:lpstr>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</dc:title>
  <dc:creator>Alejandra Fabiola Gaete Bravo</dc:creator>
  <cp:lastModifiedBy>Cristian A. Fuenzalida</cp:lastModifiedBy>
  <cp:revision>1</cp:revision>
  <dcterms:created xsi:type="dcterms:W3CDTF">2021-09-30T15:33:54Z</dcterms:created>
  <dcterms:modified xsi:type="dcterms:W3CDTF">2025-07-30T14:40:18Z</dcterms:modified>
</cp:coreProperties>
</file>