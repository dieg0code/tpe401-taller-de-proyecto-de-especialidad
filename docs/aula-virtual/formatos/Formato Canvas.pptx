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5"/>
  </p:notesMasterIdLst>
  <p:sldIdLst>
    <p:sldId id="348" r:id="rId3"/>
    <p:sldId id="256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94CE47-A5B4-3D48-9890-6DDEBFFB482A}" v="1" dt="2026-07-24T19:14:50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5959" autoAdjust="0"/>
  </p:normalViewPr>
  <p:slideViewPr>
    <p:cSldViewPr snapToGrid="0">
      <p:cViewPr varScale="1">
        <p:scale>
          <a:sx n="122" d="100"/>
          <a:sy n="122" d="100"/>
        </p:scale>
        <p:origin x="4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Andres Fuenzalida Hinojosa" userId="127afacb-8e2e-4aeb-abea-89d6097dc1ec" providerId="ADAL" clId="{404FF84E-5D3B-572A-80F2-8BE9E37BF0B8}"/>
    <pc:docChg chg="addSld delSld modSld">
      <pc:chgData name="Cristian Andres Fuenzalida Hinojosa" userId="127afacb-8e2e-4aeb-abea-89d6097dc1ec" providerId="ADAL" clId="{404FF84E-5D3B-572A-80F2-8BE9E37BF0B8}" dt="2026-07-24T19:15:14.380" v="58" actId="2696"/>
      <pc:docMkLst>
        <pc:docMk/>
      </pc:docMkLst>
      <pc:sldChg chg="del">
        <pc:chgData name="Cristian Andres Fuenzalida Hinojosa" userId="127afacb-8e2e-4aeb-abea-89d6097dc1ec" providerId="ADAL" clId="{404FF84E-5D3B-572A-80F2-8BE9E37BF0B8}" dt="2026-07-24T19:15:14.380" v="58" actId="2696"/>
        <pc:sldMkLst>
          <pc:docMk/>
          <pc:sldMk cId="2808128936" sldId="258"/>
        </pc:sldMkLst>
      </pc:sldChg>
      <pc:sldChg chg="modSp add mod setBg">
        <pc:chgData name="Cristian Andres Fuenzalida Hinojosa" userId="127afacb-8e2e-4aeb-abea-89d6097dc1ec" providerId="ADAL" clId="{404FF84E-5D3B-572A-80F2-8BE9E37BF0B8}" dt="2026-07-24T19:15:10.961" v="57" actId="20577"/>
        <pc:sldMkLst>
          <pc:docMk/>
          <pc:sldMk cId="3754862" sldId="348"/>
        </pc:sldMkLst>
        <pc:spChg chg="mod">
          <ac:chgData name="Cristian Andres Fuenzalida Hinojosa" userId="127afacb-8e2e-4aeb-abea-89d6097dc1ec" providerId="ADAL" clId="{404FF84E-5D3B-572A-80F2-8BE9E37BF0B8}" dt="2026-07-24T19:15:00.549" v="37" actId="14100"/>
          <ac:spMkLst>
            <pc:docMk/>
            <pc:sldMk cId="3754862" sldId="348"/>
            <ac:spMk id="2" creationId="{2860AABC-854B-6909-6648-0E685058B88D}"/>
          </ac:spMkLst>
        </pc:spChg>
        <pc:spChg chg="mod">
          <ac:chgData name="Cristian Andres Fuenzalida Hinojosa" userId="127afacb-8e2e-4aeb-abea-89d6097dc1ec" providerId="ADAL" clId="{404FF84E-5D3B-572A-80F2-8BE9E37BF0B8}" dt="2026-07-24T19:15:09.210" v="56" actId="20577"/>
          <ac:spMkLst>
            <pc:docMk/>
            <pc:sldMk cId="3754862" sldId="348"/>
            <ac:spMk id="3" creationId="{0CE1A128-3189-D63C-F956-815098D6D736}"/>
          </ac:spMkLst>
        </pc:spChg>
        <pc:spChg chg="mod">
          <ac:chgData name="Cristian Andres Fuenzalida Hinojosa" userId="127afacb-8e2e-4aeb-abea-89d6097dc1ec" providerId="ADAL" clId="{404FF84E-5D3B-572A-80F2-8BE9E37BF0B8}" dt="2026-07-24T19:15:10.961" v="57" actId="20577"/>
          <ac:spMkLst>
            <pc:docMk/>
            <pc:sldMk cId="3754862" sldId="348"/>
            <ac:spMk id="4" creationId="{0F255665-A267-AE33-E8C3-A7ACEA2796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01459-6560-44CA-8FBB-72B9E0A3D036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D67A1-D159-4127-9931-A6339A6A1F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7101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D67A1-D159-4127-9931-A6339A6A1F26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5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7D737-3557-4FD3-9E24-56994FC67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ACD65-F04B-480A-B62D-0A15B1355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3E8627-0E90-40E1-8B5A-A982262E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8F8F6C-7770-4E04-A99A-91EFA2C1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153FD-55D2-4CB6-B4A8-594F9504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444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72A1E-EC46-43BE-BD89-DAEFD18D8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F6574C-44B6-4EA0-90C0-F7D95053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8DDC8-23D5-4D77-BFB1-CB1AD5D2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9D7EB2-1043-4CFA-BF20-61326D0C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207AE1-7740-45D2-AE52-AC414CB8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093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55E93-5F37-4B9E-A222-2AB82389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BA7339-B161-42EA-B973-507B00ECE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0268AA-22F0-4C63-B77F-3FFF7A41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FFCD21-9124-4D2B-B116-99C89486F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B53CF4-EF04-404A-A4BD-6CBD8BE0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1086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4B7A37-97F7-4067-B0D1-BB015AF3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410A33-6146-4B20-8ED0-AEA3CB802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E039AC-6786-4821-93B4-77FD434B4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EA89DB-8B85-43EF-8662-74D8CD06B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A3B7CB-33A5-4390-956B-9A941F30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5CF023-2BD8-42BE-B735-EBF7F69DC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047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7AC56-D60F-4844-922B-50272F09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AF14EF-4128-4CD8-9D66-DB69DE022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07B436-EC3A-488E-A74F-D362EA960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FB3C98-A7DE-4707-A7CC-B669798560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D674BD-A969-44E2-892B-777CE20B4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B263C2-2002-496B-A5F2-89C69207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BD42-CC18-4F23-AC1E-858091BD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C423B8-AFBC-4627-94CD-F258FD15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649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DF3F3-296D-4EA8-90BA-C1D10158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BCC834-0745-4BE6-842D-7C0B88DB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1DC83B-2D6A-4CAA-93AC-5BB76494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1771D0-AC3D-4F8B-A65C-862DDB8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1904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C525B3-3FE2-4ACB-8125-56D4E228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1DD29E-92E3-48A2-9117-73AD23CB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2BEC8C-B5CF-418C-8D42-F189E10A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37709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8DAAC-39FC-44CC-9C1C-6AE18CA7E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28D84-29A9-4107-A989-126031A0C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AFC08F6-2490-40A0-B25E-990CD5C6A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7E8D66-88CB-4D79-A724-96469747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10BCD0-06AE-4670-9F77-5C7D39DD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4A08C3-9A9B-422B-99AF-65AD7746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7522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22901-BAB4-49B5-A9E2-DAAB2E86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6B3407-F1DF-4313-93FA-4D6589855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87AD4B-5D02-4A60-A5CC-2714E51EB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268196-19D8-4945-89C9-41847965D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691D41-68C3-488C-9CB1-8B2A1325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16A7EF-A08E-42F3-93D0-F222916D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071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2A37D-C944-476C-A3BD-A8620872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8088B4-3855-49CB-B9DD-D3A553AB0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6DBB8B-38F1-4C81-974E-DD98DEF33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0AA6BB-3368-401F-A734-8EEF3C3E0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C52600-4F0E-425C-9FF9-42ECB5CC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4459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56DB86-2982-43F9-ACA7-1CFFA4A066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B8E47D-A203-4F31-BA68-CD8FD331C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8E5526-39DA-4535-AF83-6F34979E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C4F22E-0426-4CF3-870D-5751204D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CF147-6EF8-4D71-B302-2459D0AC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9797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88C1C85-CD96-4085-7CD2-C1AF31E29E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57268D2-56A0-668E-F864-C372AF987B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2" y="4629149"/>
            <a:ext cx="5329237" cy="94836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Título</a:t>
            </a:r>
            <a:endParaRPr lang="es-CL" dirty="0"/>
          </a:p>
        </p:txBody>
      </p:sp>
      <p:sp>
        <p:nvSpPr>
          <p:cNvPr id="7" name="Marcador de texto 5">
            <a:extLst>
              <a:ext uri="{FF2B5EF4-FFF2-40B4-BE49-F238E27FC236}">
                <a16:creationId xmlns:a16="http://schemas.microsoft.com/office/drawing/2014/main" id="{8D7ECA36-08C4-210D-2FBF-C5CF837F56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2" y="5714147"/>
            <a:ext cx="5329237" cy="47849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Área</a:t>
            </a:r>
            <a:endParaRPr lang="es-CL" dirty="0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F6E60A8A-54A9-4CF6-5583-43A68DAEBD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6762" y="6357512"/>
            <a:ext cx="5329237" cy="237922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latin typeface="+mn-lt"/>
                <a:ea typeface="Verdana" panose="020B0604030504040204" pitchFamily="34" charset="0"/>
              </a:defRPr>
            </a:lvl1pPr>
          </a:lstStyle>
          <a:p>
            <a:pPr lvl="0"/>
            <a:r>
              <a:rPr lang="es-ES" dirty="0"/>
              <a:t>Fecha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1499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3E43A05-558E-4AB4-8A61-B280805FE7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FC8C93-64E0-40FA-BCCC-AE84C4637A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4"/>
            <a:ext cx="7531005" cy="1709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</a:t>
            </a:r>
            <a:br>
              <a:rPr lang="es-ES" dirty="0"/>
            </a:br>
            <a:r>
              <a:rPr lang="es-ES" dirty="0"/>
              <a:t>PRESENTACIÓN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2C6252-2DDB-43C0-8241-75FA02D53C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50" y="5423227"/>
            <a:ext cx="7531005" cy="32145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Fecha</a:t>
            </a:r>
            <a:endParaRPr lang="es-CL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19" name="Marcador de texto 18">
            <a:extLst>
              <a:ext uri="{FF2B5EF4-FFF2-40B4-BE49-F238E27FC236}">
                <a16:creationId xmlns:a16="http://schemas.microsoft.com/office/drawing/2014/main" id="{9DA36818-F61B-4B28-B280-572A83C6FC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4114810"/>
            <a:ext cx="7531005" cy="755650"/>
          </a:xfrm>
        </p:spPr>
        <p:txBody>
          <a:bodyPr anchor="ctr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s-ES" dirty="0"/>
              <a:t>Área que presenta</a:t>
            </a: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90F2D1-CA48-4F24-8AB0-6D7C5222095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857" y="1446212"/>
            <a:ext cx="1283882" cy="17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07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DA4E72-5B16-44F6-9635-C5BD9AF6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74545"/>
            <a:ext cx="109728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8" name="Marcador de título 1">
            <a:extLst>
              <a:ext uri="{FF2B5EF4-FFF2-40B4-BE49-F238E27FC236}">
                <a16:creationId xmlns:a16="http://schemas.microsoft.com/office/drawing/2014/main" id="{01F0777D-47A6-4CCF-BC6D-32AE8E27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93301"/>
            <a:ext cx="9867900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5288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451D7-CBAA-4570-889D-CAB4B51D7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3"/>
            <a:ext cx="7421077" cy="1630161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s-ES" dirty="0"/>
              <a:t>CAPÍTULO I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90FE7-7D94-42C2-84BB-EE1ECD828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2390" y="3602038"/>
            <a:ext cx="6485861" cy="1655762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L" dirty="0"/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D6E60A2D-DFBA-4D40-BA5E-8FDD289814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104"/>
            <a:ext cx="3500537" cy="6860103"/>
          </a:xfrm>
          <a:custGeom>
            <a:avLst/>
            <a:gdLst>
              <a:gd name="connsiteX0" fmla="*/ 0 w 3500537"/>
              <a:gd name="connsiteY0" fmla="*/ 0 h 6860103"/>
              <a:gd name="connsiteX1" fmla="*/ 3500537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  <a:gd name="connsiteX0" fmla="*/ 0 w 3500537"/>
              <a:gd name="connsiteY0" fmla="*/ 0 h 6860103"/>
              <a:gd name="connsiteX1" fmla="*/ 2100362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537" h="6860103">
                <a:moveTo>
                  <a:pt x="0" y="0"/>
                </a:moveTo>
                <a:lnTo>
                  <a:pt x="2100362" y="0"/>
                </a:lnTo>
                <a:lnTo>
                  <a:pt x="3500537" y="6860103"/>
                </a:lnTo>
                <a:lnTo>
                  <a:pt x="0" y="68601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/>
          <a:p>
            <a:endParaRPr lang="es-CL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9686318-6B29-40A8-A3FA-EBB04C106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C2065E5-F751-485E-B8DF-F6F6173CB8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3043" y="3581074"/>
            <a:ext cx="319423" cy="17272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CA4040A-B20C-47F8-8062-527C2C61A1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816405" y="3581074"/>
            <a:ext cx="319423" cy="172725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004D1E-7A65-479F-AB76-014D2C4A210A}"/>
              </a:ext>
            </a:extLst>
          </p:cNvPr>
          <p:cNvSpPr/>
          <p:nvPr userDrawn="1"/>
        </p:nvSpPr>
        <p:spPr>
          <a:xfrm>
            <a:off x="10391775" y="866775"/>
            <a:ext cx="1800225" cy="205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1186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il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451D7-CBAA-4570-889D-CAB4B51D7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0" y="1113313"/>
            <a:ext cx="7421077" cy="1630161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s-ES" dirty="0"/>
              <a:t>CAPÍTULO I</a:t>
            </a:r>
            <a:endParaRPr lang="es-CL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9686318-6B29-40A8-A3FA-EBB04C106F2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B004D1E-7A65-479F-AB76-014D2C4A210A}"/>
              </a:ext>
            </a:extLst>
          </p:cNvPr>
          <p:cNvSpPr/>
          <p:nvPr userDrawn="1"/>
        </p:nvSpPr>
        <p:spPr>
          <a:xfrm>
            <a:off x="10391775" y="866775"/>
            <a:ext cx="1800225" cy="205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Marcador de posición de imagen 2">
            <a:extLst>
              <a:ext uri="{FF2B5EF4-FFF2-40B4-BE49-F238E27FC236}">
                <a16:creationId xmlns:a16="http://schemas.microsoft.com/office/drawing/2014/main" id="{7174B5D1-C089-4DE6-83C8-818A8281A9D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104"/>
            <a:ext cx="3500537" cy="6860103"/>
          </a:xfrm>
          <a:custGeom>
            <a:avLst/>
            <a:gdLst>
              <a:gd name="connsiteX0" fmla="*/ 0 w 3500537"/>
              <a:gd name="connsiteY0" fmla="*/ 0 h 6860103"/>
              <a:gd name="connsiteX1" fmla="*/ 3500537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  <a:gd name="connsiteX0" fmla="*/ 0 w 3500537"/>
              <a:gd name="connsiteY0" fmla="*/ 0 h 6860103"/>
              <a:gd name="connsiteX1" fmla="*/ 2100362 w 3500537"/>
              <a:gd name="connsiteY1" fmla="*/ 0 h 6860103"/>
              <a:gd name="connsiteX2" fmla="*/ 3500537 w 3500537"/>
              <a:gd name="connsiteY2" fmla="*/ 6860103 h 6860103"/>
              <a:gd name="connsiteX3" fmla="*/ 0 w 3500537"/>
              <a:gd name="connsiteY3" fmla="*/ 6860103 h 6860103"/>
              <a:gd name="connsiteX4" fmla="*/ 0 w 3500537"/>
              <a:gd name="connsiteY4" fmla="*/ 0 h 6860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00537" h="6860103">
                <a:moveTo>
                  <a:pt x="0" y="0"/>
                </a:moveTo>
                <a:lnTo>
                  <a:pt x="2100362" y="0"/>
                </a:lnTo>
                <a:lnTo>
                  <a:pt x="3500537" y="6860103"/>
                </a:lnTo>
                <a:lnTo>
                  <a:pt x="0" y="68601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4690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4531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 descr="Vista de una ciudad&#10;&#10;Descripción generada automáticamente">
            <a:extLst>
              <a:ext uri="{FF2B5EF4-FFF2-40B4-BE49-F238E27FC236}">
                <a16:creationId xmlns:a16="http://schemas.microsoft.com/office/drawing/2014/main" id="{15E1FBFF-3347-496D-99A1-DFB16468A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072303AE-2C5D-4DCC-A5E2-A6B5615EBF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0" y="0"/>
            <a:ext cx="3387043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37A3CFA5-8624-405F-88D5-77DBFD476C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3043" y="2832100"/>
            <a:ext cx="8358957" cy="4571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7331C72A-CEAF-43B1-BC2C-65EE3D4F9F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3192" y="3989714"/>
            <a:ext cx="913121" cy="1422074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C16ECB8-BC9A-415C-9C71-1BF995F5C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6232" y="3839984"/>
            <a:ext cx="3929815" cy="388159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F70C511-72C5-4DA8-80A5-9C968DFCAEE1}"/>
              </a:ext>
            </a:extLst>
          </p:cNvPr>
          <p:cNvSpPr txBox="1"/>
          <p:nvPr userDrawn="1"/>
        </p:nvSpPr>
        <p:spPr>
          <a:xfrm>
            <a:off x="3743324" y="2101561"/>
            <a:ext cx="5743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MUCHAS GRACIAS</a:t>
            </a:r>
            <a:endParaRPr lang="es-CL" sz="3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B2C16B-AC3C-4E1A-BAC9-06AEC2FAF27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857" y="1446212"/>
            <a:ext cx="1283882" cy="17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0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E596919-BE1D-4392-958E-F0B9772DB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060046-03E7-4CFB-9237-DB90F824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569B43-2355-4940-8893-98CE7BCB7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24C3C-3225-4DE0-AA85-86588355ABE0}" type="datetimeFigureOut">
              <a:rPr lang="es-CL" smtClean="0"/>
              <a:t>24-07-26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951C5-7E11-4940-BF2F-DD25C9825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21145-9070-4BD3-AD87-B4D1FE09A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5B96E-013A-482C-BC3B-66AE292AEF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2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4B6424-8960-4519-BBB2-AB139747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9865959" cy="6970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885DB4-1D31-4EAA-B861-83CF135D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74541"/>
            <a:ext cx="10972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grpSp>
        <p:nvGrpSpPr>
          <p:cNvPr id="18" name="Gráfico 16">
            <a:extLst>
              <a:ext uri="{FF2B5EF4-FFF2-40B4-BE49-F238E27FC236}">
                <a16:creationId xmlns:a16="http://schemas.microsoft.com/office/drawing/2014/main" id="{A7315C0A-A1A8-4332-A786-592306DA8500}"/>
              </a:ext>
            </a:extLst>
          </p:cNvPr>
          <p:cNvGrpSpPr/>
          <p:nvPr/>
        </p:nvGrpSpPr>
        <p:grpSpPr>
          <a:xfrm>
            <a:off x="10833902" y="262857"/>
            <a:ext cx="347551" cy="538418"/>
            <a:chOff x="5514975" y="2524125"/>
            <a:chExt cx="1162050" cy="1800225"/>
          </a:xfrm>
          <a:solidFill>
            <a:schemeClr val="bg1">
              <a:lumMod val="75000"/>
            </a:schemeClr>
          </a:solidFill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0B404B8F-AE92-441C-AACA-FABFC680D75C}"/>
                </a:ext>
              </a:extLst>
            </p:cNvPr>
            <p:cNvSpPr/>
            <p:nvPr/>
          </p:nvSpPr>
          <p:spPr>
            <a:xfrm>
              <a:off x="5524500" y="2524125"/>
              <a:ext cx="180975" cy="209550"/>
            </a:xfrm>
            <a:custGeom>
              <a:avLst/>
              <a:gdLst>
                <a:gd name="connsiteX0" fmla="*/ 26670 w 180975"/>
                <a:gd name="connsiteY0" fmla="*/ 181928 h 209550"/>
                <a:gd name="connsiteX1" fmla="*/ 58103 w 180975"/>
                <a:gd name="connsiteY1" fmla="*/ 203835 h 209550"/>
                <a:gd name="connsiteX2" fmla="*/ 100013 w 180975"/>
                <a:gd name="connsiteY2" fmla="*/ 212408 h 209550"/>
                <a:gd name="connsiteX3" fmla="*/ 134303 w 180975"/>
                <a:gd name="connsiteY3" fmla="*/ 206693 h 209550"/>
                <a:gd name="connsiteX4" fmla="*/ 161925 w 180975"/>
                <a:gd name="connsiteY4" fmla="*/ 190500 h 209550"/>
                <a:gd name="connsiteX5" fmla="*/ 180975 w 180975"/>
                <a:gd name="connsiteY5" fmla="*/ 164783 h 209550"/>
                <a:gd name="connsiteX6" fmla="*/ 189548 w 180975"/>
                <a:gd name="connsiteY6" fmla="*/ 130493 h 209550"/>
                <a:gd name="connsiteX7" fmla="*/ 146685 w 180975"/>
                <a:gd name="connsiteY7" fmla="*/ 130493 h 209550"/>
                <a:gd name="connsiteX8" fmla="*/ 132398 w 180975"/>
                <a:gd name="connsiteY8" fmla="*/ 163830 h 209550"/>
                <a:gd name="connsiteX9" fmla="*/ 100013 w 180975"/>
                <a:gd name="connsiteY9" fmla="*/ 176213 h 209550"/>
                <a:gd name="connsiteX10" fmla="*/ 74295 w 180975"/>
                <a:gd name="connsiteY10" fmla="*/ 170498 h 209550"/>
                <a:gd name="connsiteX11" fmla="*/ 57150 w 180975"/>
                <a:gd name="connsiteY11" fmla="*/ 155258 h 209550"/>
                <a:gd name="connsiteX12" fmla="*/ 47625 w 180975"/>
                <a:gd name="connsiteY12" fmla="*/ 133350 h 209550"/>
                <a:gd name="connsiteX13" fmla="*/ 44768 w 180975"/>
                <a:gd name="connsiteY13" fmla="*/ 108585 h 209550"/>
                <a:gd name="connsiteX14" fmla="*/ 47625 w 180975"/>
                <a:gd name="connsiteY14" fmla="*/ 82868 h 209550"/>
                <a:gd name="connsiteX15" fmla="*/ 57150 w 180975"/>
                <a:gd name="connsiteY15" fmla="*/ 60960 h 209550"/>
                <a:gd name="connsiteX16" fmla="*/ 74295 w 180975"/>
                <a:gd name="connsiteY16" fmla="*/ 42863 h 209550"/>
                <a:gd name="connsiteX17" fmla="*/ 100013 w 180975"/>
                <a:gd name="connsiteY17" fmla="*/ 37148 h 209550"/>
                <a:gd name="connsiteX18" fmla="*/ 116205 w 180975"/>
                <a:gd name="connsiteY18" fmla="*/ 40005 h 209550"/>
                <a:gd name="connsiteX19" fmla="*/ 129540 w 180975"/>
                <a:gd name="connsiteY19" fmla="*/ 47625 h 209550"/>
                <a:gd name="connsiteX20" fmla="*/ 139065 w 180975"/>
                <a:gd name="connsiteY20" fmla="*/ 59055 h 209550"/>
                <a:gd name="connsiteX21" fmla="*/ 143828 w 180975"/>
                <a:gd name="connsiteY21" fmla="*/ 73343 h 209550"/>
                <a:gd name="connsiteX22" fmla="*/ 186690 w 180975"/>
                <a:gd name="connsiteY22" fmla="*/ 73343 h 209550"/>
                <a:gd name="connsiteX23" fmla="*/ 177165 w 180975"/>
                <a:gd name="connsiteY23" fmla="*/ 41910 h 209550"/>
                <a:gd name="connsiteX24" fmla="*/ 158115 w 180975"/>
                <a:gd name="connsiteY24" fmla="*/ 19050 h 209550"/>
                <a:gd name="connsiteX25" fmla="*/ 131445 w 180975"/>
                <a:gd name="connsiteY25" fmla="*/ 4763 h 209550"/>
                <a:gd name="connsiteX26" fmla="*/ 100013 w 180975"/>
                <a:gd name="connsiteY26" fmla="*/ 0 h 209550"/>
                <a:gd name="connsiteX27" fmla="*/ 58103 w 180975"/>
                <a:gd name="connsiteY27" fmla="*/ 8573 h 209550"/>
                <a:gd name="connsiteX28" fmla="*/ 26670 w 180975"/>
                <a:gd name="connsiteY28" fmla="*/ 31433 h 209550"/>
                <a:gd name="connsiteX29" fmla="*/ 6668 w 180975"/>
                <a:gd name="connsiteY29" fmla="*/ 65723 h 209550"/>
                <a:gd name="connsiteX30" fmla="*/ 0 w 180975"/>
                <a:gd name="connsiteY30" fmla="*/ 106680 h 209550"/>
                <a:gd name="connsiteX31" fmla="*/ 6668 w 180975"/>
                <a:gd name="connsiteY31" fmla="*/ 147638 h 209550"/>
                <a:gd name="connsiteX32" fmla="*/ 26670 w 180975"/>
                <a:gd name="connsiteY32" fmla="*/ 181928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0975" h="209550">
                  <a:moveTo>
                    <a:pt x="26670" y="181928"/>
                  </a:moveTo>
                  <a:cubicBezTo>
                    <a:pt x="35243" y="191453"/>
                    <a:pt x="45720" y="199073"/>
                    <a:pt x="58103" y="203835"/>
                  </a:cubicBezTo>
                  <a:cubicBezTo>
                    <a:pt x="70485" y="209550"/>
                    <a:pt x="84773" y="212408"/>
                    <a:pt x="100013" y="212408"/>
                  </a:cubicBezTo>
                  <a:cubicBezTo>
                    <a:pt x="112395" y="212408"/>
                    <a:pt x="123825" y="210503"/>
                    <a:pt x="134303" y="206693"/>
                  </a:cubicBezTo>
                  <a:cubicBezTo>
                    <a:pt x="144780" y="202883"/>
                    <a:pt x="153353" y="197168"/>
                    <a:pt x="161925" y="190500"/>
                  </a:cubicBezTo>
                  <a:cubicBezTo>
                    <a:pt x="169545" y="182880"/>
                    <a:pt x="176213" y="174308"/>
                    <a:pt x="180975" y="164783"/>
                  </a:cubicBezTo>
                  <a:cubicBezTo>
                    <a:pt x="185738" y="154305"/>
                    <a:pt x="188595" y="142875"/>
                    <a:pt x="189548" y="130493"/>
                  </a:cubicBezTo>
                  <a:lnTo>
                    <a:pt x="146685" y="130493"/>
                  </a:lnTo>
                  <a:cubicBezTo>
                    <a:pt x="144780" y="143828"/>
                    <a:pt x="140018" y="155258"/>
                    <a:pt x="132398" y="163830"/>
                  </a:cubicBezTo>
                  <a:cubicBezTo>
                    <a:pt x="124778" y="172403"/>
                    <a:pt x="114300" y="176213"/>
                    <a:pt x="100013" y="176213"/>
                  </a:cubicBezTo>
                  <a:cubicBezTo>
                    <a:pt x="89535" y="176213"/>
                    <a:pt x="81915" y="174308"/>
                    <a:pt x="74295" y="170498"/>
                  </a:cubicBezTo>
                  <a:cubicBezTo>
                    <a:pt x="67628" y="166688"/>
                    <a:pt x="61913" y="161925"/>
                    <a:pt x="57150" y="155258"/>
                  </a:cubicBezTo>
                  <a:cubicBezTo>
                    <a:pt x="52388" y="148590"/>
                    <a:pt x="49530" y="141923"/>
                    <a:pt x="47625" y="133350"/>
                  </a:cubicBezTo>
                  <a:cubicBezTo>
                    <a:pt x="45720" y="125730"/>
                    <a:pt x="44768" y="117158"/>
                    <a:pt x="44768" y="108585"/>
                  </a:cubicBezTo>
                  <a:cubicBezTo>
                    <a:pt x="44768" y="100013"/>
                    <a:pt x="45720" y="91440"/>
                    <a:pt x="47625" y="82868"/>
                  </a:cubicBezTo>
                  <a:cubicBezTo>
                    <a:pt x="49530" y="74295"/>
                    <a:pt x="52388" y="66675"/>
                    <a:pt x="57150" y="60960"/>
                  </a:cubicBezTo>
                  <a:cubicBezTo>
                    <a:pt x="61913" y="52388"/>
                    <a:pt x="67628" y="47625"/>
                    <a:pt x="74295" y="42863"/>
                  </a:cubicBezTo>
                  <a:cubicBezTo>
                    <a:pt x="80963" y="39053"/>
                    <a:pt x="89535" y="37148"/>
                    <a:pt x="100013" y="37148"/>
                  </a:cubicBezTo>
                  <a:cubicBezTo>
                    <a:pt x="105728" y="37148"/>
                    <a:pt x="110490" y="38100"/>
                    <a:pt x="116205" y="40005"/>
                  </a:cubicBezTo>
                  <a:cubicBezTo>
                    <a:pt x="120968" y="41910"/>
                    <a:pt x="125730" y="44768"/>
                    <a:pt x="129540" y="47625"/>
                  </a:cubicBezTo>
                  <a:cubicBezTo>
                    <a:pt x="133350" y="50483"/>
                    <a:pt x="137160" y="54293"/>
                    <a:pt x="139065" y="59055"/>
                  </a:cubicBezTo>
                  <a:cubicBezTo>
                    <a:pt x="141923" y="62865"/>
                    <a:pt x="143828" y="67628"/>
                    <a:pt x="143828" y="73343"/>
                  </a:cubicBezTo>
                  <a:lnTo>
                    <a:pt x="186690" y="73343"/>
                  </a:lnTo>
                  <a:cubicBezTo>
                    <a:pt x="185738" y="61913"/>
                    <a:pt x="181928" y="51435"/>
                    <a:pt x="177165" y="41910"/>
                  </a:cubicBezTo>
                  <a:cubicBezTo>
                    <a:pt x="172403" y="32385"/>
                    <a:pt x="165735" y="24765"/>
                    <a:pt x="158115" y="19050"/>
                  </a:cubicBezTo>
                  <a:cubicBezTo>
                    <a:pt x="150495" y="13335"/>
                    <a:pt x="140970" y="8573"/>
                    <a:pt x="131445" y="4763"/>
                  </a:cubicBezTo>
                  <a:cubicBezTo>
                    <a:pt x="121920" y="1905"/>
                    <a:pt x="110490" y="0"/>
                    <a:pt x="100013" y="0"/>
                  </a:cubicBezTo>
                  <a:cubicBezTo>
                    <a:pt x="83820" y="0"/>
                    <a:pt x="70485" y="2858"/>
                    <a:pt x="58103" y="8573"/>
                  </a:cubicBezTo>
                  <a:cubicBezTo>
                    <a:pt x="45720" y="13335"/>
                    <a:pt x="35243" y="20955"/>
                    <a:pt x="26670" y="31433"/>
                  </a:cubicBezTo>
                  <a:cubicBezTo>
                    <a:pt x="18098" y="40958"/>
                    <a:pt x="11430" y="52388"/>
                    <a:pt x="6668" y="65723"/>
                  </a:cubicBezTo>
                  <a:cubicBezTo>
                    <a:pt x="1905" y="78105"/>
                    <a:pt x="0" y="92393"/>
                    <a:pt x="0" y="106680"/>
                  </a:cubicBezTo>
                  <a:cubicBezTo>
                    <a:pt x="0" y="121920"/>
                    <a:pt x="1905" y="135255"/>
                    <a:pt x="6668" y="147638"/>
                  </a:cubicBezTo>
                  <a:cubicBezTo>
                    <a:pt x="11430" y="160973"/>
                    <a:pt x="18098" y="172403"/>
                    <a:pt x="26670" y="1819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91D00A2-17C4-4C38-AD3C-C722800BC315}"/>
                </a:ext>
              </a:extLst>
            </p:cNvPr>
            <p:cNvSpPr/>
            <p:nvPr/>
          </p:nvSpPr>
          <p:spPr>
            <a:xfrm>
              <a:off x="5728335" y="2582227"/>
              <a:ext cx="142875" cy="152400"/>
            </a:xfrm>
            <a:custGeom>
              <a:avLst/>
              <a:gdLst>
                <a:gd name="connsiteX0" fmla="*/ 19050 w 142875"/>
                <a:gd name="connsiteY0" fmla="*/ 132398 h 152400"/>
                <a:gd name="connsiteX1" fmla="*/ 42863 w 142875"/>
                <a:gd name="connsiteY1" fmla="*/ 148590 h 152400"/>
                <a:gd name="connsiteX2" fmla="*/ 74295 w 142875"/>
                <a:gd name="connsiteY2" fmla="*/ 154305 h 152400"/>
                <a:gd name="connsiteX3" fmla="*/ 117158 w 142875"/>
                <a:gd name="connsiteY3" fmla="*/ 142875 h 152400"/>
                <a:gd name="connsiteX4" fmla="*/ 142875 w 142875"/>
                <a:gd name="connsiteY4" fmla="*/ 104775 h 152400"/>
                <a:gd name="connsiteX5" fmla="*/ 107633 w 142875"/>
                <a:gd name="connsiteY5" fmla="*/ 104775 h 152400"/>
                <a:gd name="connsiteX6" fmla="*/ 97155 w 142875"/>
                <a:gd name="connsiteY6" fmla="*/ 118110 h 152400"/>
                <a:gd name="connsiteX7" fmla="*/ 76200 w 142875"/>
                <a:gd name="connsiteY7" fmla="*/ 123825 h 152400"/>
                <a:gd name="connsiteX8" fmla="*/ 50483 w 142875"/>
                <a:gd name="connsiteY8" fmla="*/ 115253 h 152400"/>
                <a:gd name="connsiteX9" fmla="*/ 40958 w 142875"/>
                <a:gd name="connsiteY9" fmla="*/ 86678 h 152400"/>
                <a:gd name="connsiteX10" fmla="*/ 146685 w 142875"/>
                <a:gd name="connsiteY10" fmla="*/ 86678 h 152400"/>
                <a:gd name="connsiteX11" fmla="*/ 143828 w 142875"/>
                <a:gd name="connsiteY11" fmla="*/ 54293 h 152400"/>
                <a:gd name="connsiteX12" fmla="*/ 130492 w 142875"/>
                <a:gd name="connsiteY12" fmla="*/ 26670 h 152400"/>
                <a:gd name="connsiteX13" fmla="*/ 107633 w 142875"/>
                <a:gd name="connsiteY13" fmla="*/ 7620 h 152400"/>
                <a:gd name="connsiteX14" fmla="*/ 75248 w 142875"/>
                <a:gd name="connsiteY14" fmla="*/ 0 h 152400"/>
                <a:gd name="connsiteX15" fmla="*/ 44768 w 142875"/>
                <a:gd name="connsiteY15" fmla="*/ 5715 h 152400"/>
                <a:gd name="connsiteX16" fmla="*/ 20955 w 142875"/>
                <a:gd name="connsiteY16" fmla="*/ 21907 h 152400"/>
                <a:gd name="connsiteX17" fmla="*/ 5715 w 142875"/>
                <a:gd name="connsiteY17" fmla="*/ 46673 h 152400"/>
                <a:gd name="connsiteX18" fmla="*/ 0 w 142875"/>
                <a:gd name="connsiteY18" fmla="*/ 77153 h 152400"/>
                <a:gd name="connsiteX19" fmla="*/ 5715 w 142875"/>
                <a:gd name="connsiteY19" fmla="*/ 108585 h 152400"/>
                <a:gd name="connsiteX20" fmla="*/ 19050 w 142875"/>
                <a:gd name="connsiteY20" fmla="*/ 132398 h 152400"/>
                <a:gd name="connsiteX21" fmla="*/ 40958 w 142875"/>
                <a:gd name="connsiteY21" fmla="*/ 50482 h 152400"/>
                <a:gd name="connsiteX22" fmla="*/ 46672 w 142875"/>
                <a:gd name="connsiteY22" fmla="*/ 40005 h 152400"/>
                <a:gd name="connsiteX23" fmla="*/ 57150 w 142875"/>
                <a:gd name="connsiteY23" fmla="*/ 31432 h 152400"/>
                <a:gd name="connsiteX24" fmla="*/ 73343 w 142875"/>
                <a:gd name="connsiteY24" fmla="*/ 28575 h 152400"/>
                <a:gd name="connsiteX25" fmla="*/ 95250 w 142875"/>
                <a:gd name="connsiteY25" fmla="*/ 36195 h 152400"/>
                <a:gd name="connsiteX26" fmla="*/ 105728 w 142875"/>
                <a:gd name="connsiteY26" fmla="*/ 59055 h 152400"/>
                <a:gd name="connsiteX27" fmla="*/ 40005 w 142875"/>
                <a:gd name="connsiteY27" fmla="*/ 59055 h 152400"/>
                <a:gd name="connsiteX28" fmla="*/ 40958 w 142875"/>
                <a:gd name="connsiteY28" fmla="*/ 5048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2875" h="152400">
                  <a:moveTo>
                    <a:pt x="19050" y="132398"/>
                  </a:moveTo>
                  <a:cubicBezTo>
                    <a:pt x="25718" y="139065"/>
                    <a:pt x="33338" y="144780"/>
                    <a:pt x="42863" y="148590"/>
                  </a:cubicBezTo>
                  <a:cubicBezTo>
                    <a:pt x="52388" y="152400"/>
                    <a:pt x="62865" y="154305"/>
                    <a:pt x="74295" y="154305"/>
                  </a:cubicBezTo>
                  <a:cubicBezTo>
                    <a:pt x="90488" y="154305"/>
                    <a:pt x="104775" y="150495"/>
                    <a:pt x="117158" y="142875"/>
                  </a:cubicBezTo>
                  <a:cubicBezTo>
                    <a:pt x="128588" y="135255"/>
                    <a:pt x="137160" y="122873"/>
                    <a:pt x="142875" y="104775"/>
                  </a:cubicBezTo>
                  <a:lnTo>
                    <a:pt x="107633" y="104775"/>
                  </a:lnTo>
                  <a:cubicBezTo>
                    <a:pt x="106680" y="109538"/>
                    <a:pt x="102870" y="113348"/>
                    <a:pt x="97155" y="118110"/>
                  </a:cubicBezTo>
                  <a:cubicBezTo>
                    <a:pt x="91440" y="121920"/>
                    <a:pt x="83820" y="123825"/>
                    <a:pt x="76200" y="123825"/>
                  </a:cubicBezTo>
                  <a:cubicBezTo>
                    <a:pt x="64770" y="123825"/>
                    <a:pt x="56197" y="120967"/>
                    <a:pt x="50483" y="115253"/>
                  </a:cubicBezTo>
                  <a:cubicBezTo>
                    <a:pt x="44768" y="109538"/>
                    <a:pt x="40958" y="100013"/>
                    <a:pt x="40958" y="86678"/>
                  </a:cubicBezTo>
                  <a:lnTo>
                    <a:pt x="146685" y="86678"/>
                  </a:lnTo>
                  <a:cubicBezTo>
                    <a:pt x="147638" y="75248"/>
                    <a:pt x="146685" y="64770"/>
                    <a:pt x="143828" y="54293"/>
                  </a:cubicBezTo>
                  <a:cubicBezTo>
                    <a:pt x="140970" y="43815"/>
                    <a:pt x="137160" y="34290"/>
                    <a:pt x="130492" y="26670"/>
                  </a:cubicBezTo>
                  <a:cubicBezTo>
                    <a:pt x="124778" y="18098"/>
                    <a:pt x="117158" y="12383"/>
                    <a:pt x="107633" y="7620"/>
                  </a:cubicBezTo>
                  <a:cubicBezTo>
                    <a:pt x="98108" y="2858"/>
                    <a:pt x="87630" y="0"/>
                    <a:pt x="75248" y="0"/>
                  </a:cubicBezTo>
                  <a:cubicBezTo>
                    <a:pt x="63818" y="0"/>
                    <a:pt x="54293" y="1905"/>
                    <a:pt x="44768" y="5715"/>
                  </a:cubicBezTo>
                  <a:cubicBezTo>
                    <a:pt x="35243" y="9525"/>
                    <a:pt x="27622" y="15240"/>
                    <a:pt x="20955" y="21907"/>
                  </a:cubicBezTo>
                  <a:cubicBezTo>
                    <a:pt x="14288" y="28575"/>
                    <a:pt x="9525" y="37148"/>
                    <a:pt x="5715" y="46673"/>
                  </a:cubicBezTo>
                  <a:cubicBezTo>
                    <a:pt x="1905" y="56198"/>
                    <a:pt x="0" y="66675"/>
                    <a:pt x="0" y="77153"/>
                  </a:cubicBezTo>
                  <a:cubicBezTo>
                    <a:pt x="0" y="88583"/>
                    <a:pt x="1905" y="99060"/>
                    <a:pt x="5715" y="108585"/>
                  </a:cubicBezTo>
                  <a:cubicBezTo>
                    <a:pt x="7620" y="117158"/>
                    <a:pt x="12383" y="124778"/>
                    <a:pt x="19050" y="132398"/>
                  </a:cubicBezTo>
                  <a:close/>
                  <a:moveTo>
                    <a:pt x="40958" y="50482"/>
                  </a:moveTo>
                  <a:cubicBezTo>
                    <a:pt x="41910" y="46673"/>
                    <a:pt x="43815" y="43815"/>
                    <a:pt x="46672" y="40005"/>
                  </a:cubicBezTo>
                  <a:cubicBezTo>
                    <a:pt x="49530" y="37148"/>
                    <a:pt x="52388" y="34290"/>
                    <a:pt x="57150" y="31432"/>
                  </a:cubicBezTo>
                  <a:cubicBezTo>
                    <a:pt x="60960" y="29528"/>
                    <a:pt x="66675" y="28575"/>
                    <a:pt x="73343" y="28575"/>
                  </a:cubicBezTo>
                  <a:cubicBezTo>
                    <a:pt x="82868" y="28575"/>
                    <a:pt x="90488" y="31432"/>
                    <a:pt x="95250" y="36195"/>
                  </a:cubicBezTo>
                  <a:cubicBezTo>
                    <a:pt x="100013" y="41910"/>
                    <a:pt x="103823" y="49530"/>
                    <a:pt x="105728" y="59055"/>
                  </a:cubicBezTo>
                  <a:lnTo>
                    <a:pt x="40005" y="59055"/>
                  </a:lnTo>
                  <a:cubicBezTo>
                    <a:pt x="39053" y="57150"/>
                    <a:pt x="40005" y="54293"/>
                    <a:pt x="40958" y="50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81A97037-F7D8-4DC8-8F08-2191A74B033E}"/>
                </a:ext>
              </a:extLst>
            </p:cNvPr>
            <p:cNvSpPr/>
            <p:nvPr/>
          </p:nvSpPr>
          <p:spPr>
            <a:xfrm>
              <a:off x="5891213" y="2581275"/>
              <a:ext cx="85725" cy="142875"/>
            </a:xfrm>
            <a:custGeom>
              <a:avLst/>
              <a:gdLst>
                <a:gd name="connsiteX0" fmla="*/ 40005 w 85725"/>
                <a:gd name="connsiteY0" fmla="*/ 84773 h 142875"/>
                <a:gd name="connsiteX1" fmla="*/ 41910 w 85725"/>
                <a:gd name="connsiteY1" fmla="*/ 66675 h 142875"/>
                <a:gd name="connsiteX2" fmla="*/ 48577 w 85725"/>
                <a:gd name="connsiteY2" fmla="*/ 51435 h 142875"/>
                <a:gd name="connsiteX3" fmla="*/ 60960 w 85725"/>
                <a:gd name="connsiteY3" fmla="*/ 40958 h 142875"/>
                <a:gd name="connsiteX4" fmla="*/ 80010 w 85725"/>
                <a:gd name="connsiteY4" fmla="*/ 37147 h 142875"/>
                <a:gd name="connsiteX5" fmla="*/ 87630 w 85725"/>
                <a:gd name="connsiteY5" fmla="*/ 37147 h 142875"/>
                <a:gd name="connsiteX6" fmla="*/ 94298 w 85725"/>
                <a:gd name="connsiteY6" fmla="*/ 38100 h 142875"/>
                <a:gd name="connsiteX7" fmla="*/ 94298 w 85725"/>
                <a:gd name="connsiteY7" fmla="*/ 952 h 142875"/>
                <a:gd name="connsiteX8" fmla="*/ 85725 w 85725"/>
                <a:gd name="connsiteY8" fmla="*/ 0 h 142875"/>
                <a:gd name="connsiteX9" fmla="*/ 71438 w 85725"/>
                <a:gd name="connsiteY9" fmla="*/ 1905 h 142875"/>
                <a:gd name="connsiteX10" fmla="*/ 58102 w 85725"/>
                <a:gd name="connsiteY10" fmla="*/ 8573 h 142875"/>
                <a:gd name="connsiteX11" fmla="*/ 46673 w 85725"/>
                <a:gd name="connsiteY11" fmla="*/ 18098 h 142875"/>
                <a:gd name="connsiteX12" fmla="*/ 39052 w 85725"/>
                <a:gd name="connsiteY12" fmla="*/ 30480 h 142875"/>
                <a:gd name="connsiteX13" fmla="*/ 38100 w 85725"/>
                <a:gd name="connsiteY13" fmla="*/ 30480 h 142875"/>
                <a:gd name="connsiteX14" fmla="*/ 38100 w 85725"/>
                <a:gd name="connsiteY14" fmla="*/ 3810 h 142875"/>
                <a:gd name="connsiteX15" fmla="*/ 0 w 85725"/>
                <a:gd name="connsiteY15" fmla="*/ 3810 h 142875"/>
                <a:gd name="connsiteX16" fmla="*/ 0 w 85725"/>
                <a:gd name="connsiteY16" fmla="*/ 150495 h 142875"/>
                <a:gd name="connsiteX17" fmla="*/ 40005 w 85725"/>
                <a:gd name="connsiteY17" fmla="*/ 150495 h 142875"/>
                <a:gd name="connsiteX18" fmla="*/ 40005 w 85725"/>
                <a:gd name="connsiteY18" fmla="*/ 84773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725" h="142875">
                  <a:moveTo>
                    <a:pt x="40005" y="84773"/>
                  </a:moveTo>
                  <a:cubicBezTo>
                    <a:pt x="40005" y="78105"/>
                    <a:pt x="40957" y="72390"/>
                    <a:pt x="41910" y="66675"/>
                  </a:cubicBezTo>
                  <a:cubicBezTo>
                    <a:pt x="42863" y="60960"/>
                    <a:pt x="45720" y="56197"/>
                    <a:pt x="48577" y="51435"/>
                  </a:cubicBezTo>
                  <a:cubicBezTo>
                    <a:pt x="51435" y="47625"/>
                    <a:pt x="56198" y="43815"/>
                    <a:pt x="60960" y="40958"/>
                  </a:cubicBezTo>
                  <a:cubicBezTo>
                    <a:pt x="65723" y="38100"/>
                    <a:pt x="72390" y="37147"/>
                    <a:pt x="80010" y="37147"/>
                  </a:cubicBezTo>
                  <a:cubicBezTo>
                    <a:pt x="82868" y="37147"/>
                    <a:pt x="84773" y="37147"/>
                    <a:pt x="87630" y="37147"/>
                  </a:cubicBezTo>
                  <a:cubicBezTo>
                    <a:pt x="90488" y="37147"/>
                    <a:pt x="92393" y="38100"/>
                    <a:pt x="94298" y="38100"/>
                  </a:cubicBezTo>
                  <a:lnTo>
                    <a:pt x="94298" y="952"/>
                  </a:lnTo>
                  <a:cubicBezTo>
                    <a:pt x="91440" y="0"/>
                    <a:pt x="88582" y="0"/>
                    <a:pt x="85725" y="0"/>
                  </a:cubicBezTo>
                  <a:cubicBezTo>
                    <a:pt x="80963" y="0"/>
                    <a:pt x="76200" y="0"/>
                    <a:pt x="71438" y="1905"/>
                  </a:cubicBezTo>
                  <a:cubicBezTo>
                    <a:pt x="66675" y="3810"/>
                    <a:pt x="61913" y="5715"/>
                    <a:pt x="58102" y="8573"/>
                  </a:cubicBezTo>
                  <a:cubicBezTo>
                    <a:pt x="54293" y="11430"/>
                    <a:pt x="50482" y="14288"/>
                    <a:pt x="46673" y="18098"/>
                  </a:cubicBezTo>
                  <a:cubicBezTo>
                    <a:pt x="43815" y="21908"/>
                    <a:pt x="40957" y="26670"/>
                    <a:pt x="39052" y="30480"/>
                  </a:cubicBezTo>
                  <a:lnTo>
                    <a:pt x="38100" y="30480"/>
                  </a:lnTo>
                  <a:lnTo>
                    <a:pt x="38100" y="3810"/>
                  </a:lnTo>
                  <a:lnTo>
                    <a:pt x="0" y="3810"/>
                  </a:lnTo>
                  <a:lnTo>
                    <a:pt x="0" y="150495"/>
                  </a:lnTo>
                  <a:lnTo>
                    <a:pt x="40005" y="150495"/>
                  </a:lnTo>
                  <a:lnTo>
                    <a:pt x="40005" y="8477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E455F186-ED41-4915-9941-36AA1DCF039E}"/>
                </a:ext>
              </a:extLst>
            </p:cNvPr>
            <p:cNvSpPr/>
            <p:nvPr/>
          </p:nvSpPr>
          <p:spPr>
            <a:xfrm>
              <a:off x="5999798" y="2541270"/>
              <a:ext cx="85725" cy="190500"/>
            </a:xfrm>
            <a:custGeom>
              <a:avLst/>
              <a:gdLst>
                <a:gd name="connsiteX0" fmla="*/ 23813 w 85725"/>
                <a:gd name="connsiteY0" fmla="*/ 157163 h 190500"/>
                <a:gd name="connsiteX1" fmla="*/ 27622 w 85725"/>
                <a:gd name="connsiteY1" fmla="*/ 175260 h 190500"/>
                <a:gd name="connsiteX2" fmla="*/ 38100 w 85725"/>
                <a:gd name="connsiteY2" fmla="*/ 185738 h 190500"/>
                <a:gd name="connsiteX3" fmla="*/ 52388 w 85725"/>
                <a:gd name="connsiteY3" fmla="*/ 190500 h 190500"/>
                <a:gd name="connsiteX4" fmla="*/ 70485 w 85725"/>
                <a:gd name="connsiteY4" fmla="*/ 191453 h 190500"/>
                <a:gd name="connsiteX5" fmla="*/ 82867 w 85725"/>
                <a:gd name="connsiteY5" fmla="*/ 191453 h 190500"/>
                <a:gd name="connsiteX6" fmla="*/ 94297 w 85725"/>
                <a:gd name="connsiteY6" fmla="*/ 190500 h 190500"/>
                <a:gd name="connsiteX7" fmla="*/ 94297 w 85725"/>
                <a:gd name="connsiteY7" fmla="*/ 159068 h 190500"/>
                <a:gd name="connsiteX8" fmla="*/ 88582 w 85725"/>
                <a:gd name="connsiteY8" fmla="*/ 160020 h 190500"/>
                <a:gd name="connsiteX9" fmla="*/ 81915 w 85725"/>
                <a:gd name="connsiteY9" fmla="*/ 160020 h 190500"/>
                <a:gd name="connsiteX10" fmla="*/ 68580 w 85725"/>
                <a:gd name="connsiteY10" fmla="*/ 156210 h 190500"/>
                <a:gd name="connsiteX11" fmla="*/ 64770 w 85725"/>
                <a:gd name="connsiteY11" fmla="*/ 142875 h 190500"/>
                <a:gd name="connsiteX12" fmla="*/ 64770 w 85725"/>
                <a:gd name="connsiteY12" fmla="*/ 70485 h 190500"/>
                <a:gd name="connsiteX13" fmla="*/ 94297 w 85725"/>
                <a:gd name="connsiteY13" fmla="*/ 70485 h 190500"/>
                <a:gd name="connsiteX14" fmla="*/ 94297 w 85725"/>
                <a:gd name="connsiteY14" fmla="*/ 43815 h 190500"/>
                <a:gd name="connsiteX15" fmla="*/ 64770 w 85725"/>
                <a:gd name="connsiteY15" fmla="*/ 43815 h 190500"/>
                <a:gd name="connsiteX16" fmla="*/ 64770 w 85725"/>
                <a:gd name="connsiteY16" fmla="*/ 0 h 190500"/>
                <a:gd name="connsiteX17" fmla="*/ 24765 w 85725"/>
                <a:gd name="connsiteY17" fmla="*/ 0 h 190500"/>
                <a:gd name="connsiteX18" fmla="*/ 24765 w 85725"/>
                <a:gd name="connsiteY18" fmla="*/ 43815 h 190500"/>
                <a:gd name="connsiteX19" fmla="*/ 0 w 85725"/>
                <a:gd name="connsiteY19" fmla="*/ 43815 h 190500"/>
                <a:gd name="connsiteX20" fmla="*/ 0 w 85725"/>
                <a:gd name="connsiteY20" fmla="*/ 70485 h 190500"/>
                <a:gd name="connsiteX21" fmla="*/ 24765 w 85725"/>
                <a:gd name="connsiteY21" fmla="*/ 70485 h 190500"/>
                <a:gd name="connsiteX22" fmla="*/ 24765 w 85725"/>
                <a:gd name="connsiteY22" fmla="*/ 157163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5725" h="190500">
                  <a:moveTo>
                    <a:pt x="23813" y="157163"/>
                  </a:moveTo>
                  <a:cubicBezTo>
                    <a:pt x="23813" y="164783"/>
                    <a:pt x="24765" y="170498"/>
                    <a:pt x="27622" y="175260"/>
                  </a:cubicBezTo>
                  <a:cubicBezTo>
                    <a:pt x="30480" y="180023"/>
                    <a:pt x="33338" y="182880"/>
                    <a:pt x="38100" y="185738"/>
                  </a:cubicBezTo>
                  <a:cubicBezTo>
                    <a:pt x="41910" y="188595"/>
                    <a:pt x="47625" y="189548"/>
                    <a:pt x="52388" y="190500"/>
                  </a:cubicBezTo>
                  <a:cubicBezTo>
                    <a:pt x="58102" y="191453"/>
                    <a:pt x="63817" y="191453"/>
                    <a:pt x="70485" y="191453"/>
                  </a:cubicBezTo>
                  <a:cubicBezTo>
                    <a:pt x="74295" y="191453"/>
                    <a:pt x="78105" y="191453"/>
                    <a:pt x="82867" y="191453"/>
                  </a:cubicBezTo>
                  <a:cubicBezTo>
                    <a:pt x="86677" y="191453"/>
                    <a:pt x="90488" y="190500"/>
                    <a:pt x="94297" y="190500"/>
                  </a:cubicBezTo>
                  <a:lnTo>
                    <a:pt x="94297" y="159068"/>
                  </a:lnTo>
                  <a:cubicBezTo>
                    <a:pt x="92392" y="159068"/>
                    <a:pt x="90488" y="160020"/>
                    <a:pt x="88582" y="160020"/>
                  </a:cubicBezTo>
                  <a:cubicBezTo>
                    <a:pt x="86677" y="160020"/>
                    <a:pt x="84772" y="160020"/>
                    <a:pt x="81915" y="160020"/>
                  </a:cubicBezTo>
                  <a:cubicBezTo>
                    <a:pt x="75247" y="160020"/>
                    <a:pt x="70485" y="159068"/>
                    <a:pt x="68580" y="156210"/>
                  </a:cubicBezTo>
                  <a:cubicBezTo>
                    <a:pt x="66675" y="154305"/>
                    <a:pt x="64770" y="149543"/>
                    <a:pt x="64770" y="142875"/>
                  </a:cubicBezTo>
                  <a:lnTo>
                    <a:pt x="64770" y="70485"/>
                  </a:lnTo>
                  <a:lnTo>
                    <a:pt x="94297" y="70485"/>
                  </a:lnTo>
                  <a:lnTo>
                    <a:pt x="94297" y="43815"/>
                  </a:lnTo>
                  <a:lnTo>
                    <a:pt x="64770" y="43815"/>
                  </a:lnTo>
                  <a:lnTo>
                    <a:pt x="64770" y="0"/>
                  </a:lnTo>
                  <a:lnTo>
                    <a:pt x="24765" y="0"/>
                  </a:lnTo>
                  <a:lnTo>
                    <a:pt x="24765" y="43815"/>
                  </a:lnTo>
                  <a:lnTo>
                    <a:pt x="0" y="43815"/>
                  </a:lnTo>
                  <a:lnTo>
                    <a:pt x="0" y="70485"/>
                  </a:lnTo>
                  <a:lnTo>
                    <a:pt x="24765" y="70485"/>
                  </a:lnTo>
                  <a:lnTo>
                    <a:pt x="24765" y="1571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6829F7AE-7182-4474-AEC3-1F1D8CB5EB39}"/>
                </a:ext>
              </a:extLst>
            </p:cNvPr>
            <p:cNvSpPr/>
            <p:nvPr/>
          </p:nvSpPr>
          <p:spPr>
            <a:xfrm>
              <a:off x="6114098" y="2585085"/>
              <a:ext cx="38100" cy="142875"/>
            </a:xfrm>
            <a:custGeom>
              <a:avLst/>
              <a:gdLst>
                <a:gd name="connsiteX0" fmla="*/ 0 w 38100"/>
                <a:gd name="connsiteY0" fmla="*/ 0 h 142875"/>
                <a:gd name="connsiteX1" fmla="*/ 40005 w 38100"/>
                <a:gd name="connsiteY1" fmla="*/ 0 h 142875"/>
                <a:gd name="connsiteX2" fmla="*/ 40005 w 38100"/>
                <a:gd name="connsiteY2" fmla="*/ 146685 h 142875"/>
                <a:gd name="connsiteX3" fmla="*/ 0 w 38100"/>
                <a:gd name="connsiteY3" fmla="*/ 14668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142875">
                  <a:moveTo>
                    <a:pt x="0" y="0"/>
                  </a:moveTo>
                  <a:lnTo>
                    <a:pt x="40005" y="0"/>
                  </a:lnTo>
                  <a:lnTo>
                    <a:pt x="40005" y="146685"/>
                  </a:lnTo>
                  <a:lnTo>
                    <a:pt x="0" y="1466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966F3F12-1E99-4CC3-945A-17F2BE3220CC}"/>
                </a:ext>
              </a:extLst>
            </p:cNvPr>
            <p:cNvSpPr/>
            <p:nvPr/>
          </p:nvSpPr>
          <p:spPr>
            <a:xfrm>
              <a:off x="6114098" y="2528888"/>
              <a:ext cx="38100" cy="28575"/>
            </a:xfrm>
            <a:custGeom>
              <a:avLst/>
              <a:gdLst>
                <a:gd name="connsiteX0" fmla="*/ 0 w 38100"/>
                <a:gd name="connsiteY0" fmla="*/ 0 h 28575"/>
                <a:gd name="connsiteX1" fmla="*/ 40005 w 38100"/>
                <a:gd name="connsiteY1" fmla="*/ 0 h 28575"/>
                <a:gd name="connsiteX2" fmla="*/ 40005 w 38100"/>
                <a:gd name="connsiteY2" fmla="*/ 33338 h 28575"/>
                <a:gd name="connsiteX3" fmla="*/ 0 w 38100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28575">
                  <a:moveTo>
                    <a:pt x="0" y="0"/>
                  </a:moveTo>
                  <a:lnTo>
                    <a:pt x="40005" y="0"/>
                  </a:lnTo>
                  <a:lnTo>
                    <a:pt x="40005" y="33338"/>
                  </a:lnTo>
                  <a:lnTo>
                    <a:pt x="0" y="33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4F9AC7FC-9339-406D-882F-28FB145D0BCF}"/>
                </a:ext>
              </a:extLst>
            </p:cNvPr>
            <p:cNvSpPr/>
            <p:nvPr/>
          </p:nvSpPr>
          <p:spPr>
            <a:xfrm>
              <a:off x="6170295" y="2528888"/>
              <a:ext cx="85725" cy="200025"/>
            </a:xfrm>
            <a:custGeom>
              <a:avLst/>
              <a:gdLst>
                <a:gd name="connsiteX0" fmla="*/ 24765 w 85725"/>
                <a:gd name="connsiteY0" fmla="*/ 202883 h 200025"/>
                <a:gd name="connsiteX1" fmla="*/ 64770 w 85725"/>
                <a:gd name="connsiteY1" fmla="*/ 202883 h 200025"/>
                <a:gd name="connsiteX2" fmla="*/ 64770 w 85725"/>
                <a:gd name="connsiteY2" fmla="*/ 82868 h 200025"/>
                <a:gd name="connsiteX3" fmla="*/ 92392 w 85725"/>
                <a:gd name="connsiteY3" fmla="*/ 82868 h 200025"/>
                <a:gd name="connsiteX4" fmla="*/ 92392 w 85725"/>
                <a:gd name="connsiteY4" fmla="*/ 56198 h 200025"/>
                <a:gd name="connsiteX5" fmla="*/ 64770 w 85725"/>
                <a:gd name="connsiteY5" fmla="*/ 56198 h 200025"/>
                <a:gd name="connsiteX6" fmla="*/ 64770 w 85725"/>
                <a:gd name="connsiteY6" fmla="*/ 47625 h 200025"/>
                <a:gd name="connsiteX7" fmla="*/ 68580 w 85725"/>
                <a:gd name="connsiteY7" fmla="*/ 34290 h 200025"/>
                <a:gd name="connsiteX8" fmla="*/ 80010 w 85725"/>
                <a:gd name="connsiteY8" fmla="*/ 30480 h 200025"/>
                <a:gd name="connsiteX9" fmla="*/ 94297 w 85725"/>
                <a:gd name="connsiteY9" fmla="*/ 31433 h 200025"/>
                <a:gd name="connsiteX10" fmla="*/ 94297 w 85725"/>
                <a:gd name="connsiteY10" fmla="*/ 953 h 200025"/>
                <a:gd name="connsiteX11" fmla="*/ 83820 w 85725"/>
                <a:gd name="connsiteY11" fmla="*/ 0 h 200025"/>
                <a:gd name="connsiteX12" fmla="*/ 73342 w 85725"/>
                <a:gd name="connsiteY12" fmla="*/ 0 h 200025"/>
                <a:gd name="connsiteX13" fmla="*/ 36195 w 85725"/>
                <a:gd name="connsiteY13" fmla="*/ 12383 h 200025"/>
                <a:gd name="connsiteX14" fmla="*/ 23813 w 85725"/>
                <a:gd name="connsiteY14" fmla="*/ 44768 h 200025"/>
                <a:gd name="connsiteX15" fmla="*/ 23813 w 85725"/>
                <a:gd name="connsiteY15" fmla="*/ 56198 h 200025"/>
                <a:gd name="connsiteX16" fmla="*/ 0 w 85725"/>
                <a:gd name="connsiteY16" fmla="*/ 56198 h 200025"/>
                <a:gd name="connsiteX17" fmla="*/ 0 w 85725"/>
                <a:gd name="connsiteY17" fmla="*/ 82868 h 200025"/>
                <a:gd name="connsiteX18" fmla="*/ 23813 w 85725"/>
                <a:gd name="connsiteY18" fmla="*/ 82868 h 200025"/>
                <a:gd name="connsiteX19" fmla="*/ 23813 w 85725"/>
                <a:gd name="connsiteY19" fmla="*/ 20288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725" h="200025">
                  <a:moveTo>
                    <a:pt x="24765" y="202883"/>
                  </a:moveTo>
                  <a:lnTo>
                    <a:pt x="64770" y="202883"/>
                  </a:lnTo>
                  <a:lnTo>
                    <a:pt x="64770" y="82868"/>
                  </a:lnTo>
                  <a:lnTo>
                    <a:pt x="92392" y="82868"/>
                  </a:lnTo>
                  <a:lnTo>
                    <a:pt x="92392" y="56198"/>
                  </a:lnTo>
                  <a:lnTo>
                    <a:pt x="64770" y="56198"/>
                  </a:lnTo>
                  <a:lnTo>
                    <a:pt x="64770" y="47625"/>
                  </a:lnTo>
                  <a:cubicBezTo>
                    <a:pt x="64770" y="41910"/>
                    <a:pt x="65722" y="37148"/>
                    <a:pt x="68580" y="34290"/>
                  </a:cubicBezTo>
                  <a:cubicBezTo>
                    <a:pt x="70485" y="31433"/>
                    <a:pt x="75247" y="30480"/>
                    <a:pt x="80010" y="30480"/>
                  </a:cubicBezTo>
                  <a:cubicBezTo>
                    <a:pt x="84772" y="30480"/>
                    <a:pt x="90488" y="30480"/>
                    <a:pt x="94297" y="31433"/>
                  </a:cubicBezTo>
                  <a:lnTo>
                    <a:pt x="94297" y="953"/>
                  </a:lnTo>
                  <a:cubicBezTo>
                    <a:pt x="90488" y="953"/>
                    <a:pt x="87630" y="953"/>
                    <a:pt x="83820" y="0"/>
                  </a:cubicBezTo>
                  <a:cubicBezTo>
                    <a:pt x="80010" y="0"/>
                    <a:pt x="76200" y="0"/>
                    <a:pt x="73342" y="0"/>
                  </a:cubicBezTo>
                  <a:cubicBezTo>
                    <a:pt x="57150" y="0"/>
                    <a:pt x="44767" y="3810"/>
                    <a:pt x="36195" y="12383"/>
                  </a:cubicBezTo>
                  <a:cubicBezTo>
                    <a:pt x="27622" y="20955"/>
                    <a:pt x="23813" y="31433"/>
                    <a:pt x="23813" y="44768"/>
                  </a:cubicBezTo>
                  <a:lnTo>
                    <a:pt x="23813" y="56198"/>
                  </a:lnTo>
                  <a:lnTo>
                    <a:pt x="0" y="56198"/>
                  </a:lnTo>
                  <a:lnTo>
                    <a:pt x="0" y="82868"/>
                  </a:lnTo>
                  <a:lnTo>
                    <a:pt x="23813" y="82868"/>
                  </a:lnTo>
                  <a:lnTo>
                    <a:pt x="23813" y="202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6B6797E6-31F6-4586-9CD4-1A4DF261360D}"/>
                </a:ext>
              </a:extLst>
            </p:cNvPr>
            <p:cNvSpPr/>
            <p:nvPr/>
          </p:nvSpPr>
          <p:spPr>
            <a:xfrm>
              <a:off x="6287453" y="2528888"/>
              <a:ext cx="38100" cy="28575"/>
            </a:xfrm>
            <a:custGeom>
              <a:avLst/>
              <a:gdLst>
                <a:gd name="connsiteX0" fmla="*/ 0 w 38100"/>
                <a:gd name="connsiteY0" fmla="*/ 0 h 28575"/>
                <a:gd name="connsiteX1" fmla="*/ 40005 w 38100"/>
                <a:gd name="connsiteY1" fmla="*/ 0 h 28575"/>
                <a:gd name="connsiteX2" fmla="*/ 40005 w 38100"/>
                <a:gd name="connsiteY2" fmla="*/ 33338 h 28575"/>
                <a:gd name="connsiteX3" fmla="*/ 0 w 38100"/>
                <a:gd name="connsiteY3" fmla="*/ 3333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28575">
                  <a:moveTo>
                    <a:pt x="0" y="0"/>
                  </a:moveTo>
                  <a:lnTo>
                    <a:pt x="40005" y="0"/>
                  </a:lnTo>
                  <a:lnTo>
                    <a:pt x="40005" y="33338"/>
                  </a:lnTo>
                  <a:lnTo>
                    <a:pt x="0" y="3333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27EDDC0-07EC-4A23-BA8E-296DFA18AEEC}"/>
                </a:ext>
              </a:extLst>
            </p:cNvPr>
            <p:cNvSpPr/>
            <p:nvPr/>
          </p:nvSpPr>
          <p:spPr>
            <a:xfrm>
              <a:off x="6287453" y="2585085"/>
              <a:ext cx="38100" cy="142875"/>
            </a:xfrm>
            <a:custGeom>
              <a:avLst/>
              <a:gdLst>
                <a:gd name="connsiteX0" fmla="*/ 0 w 38100"/>
                <a:gd name="connsiteY0" fmla="*/ 0 h 142875"/>
                <a:gd name="connsiteX1" fmla="*/ 40005 w 38100"/>
                <a:gd name="connsiteY1" fmla="*/ 0 h 142875"/>
                <a:gd name="connsiteX2" fmla="*/ 40005 w 38100"/>
                <a:gd name="connsiteY2" fmla="*/ 146685 h 142875"/>
                <a:gd name="connsiteX3" fmla="*/ 0 w 38100"/>
                <a:gd name="connsiteY3" fmla="*/ 14668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100" h="142875">
                  <a:moveTo>
                    <a:pt x="0" y="0"/>
                  </a:moveTo>
                  <a:lnTo>
                    <a:pt x="40005" y="0"/>
                  </a:lnTo>
                  <a:lnTo>
                    <a:pt x="40005" y="146685"/>
                  </a:lnTo>
                  <a:lnTo>
                    <a:pt x="0" y="14668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1DE61C93-0AC8-4C9D-9DC5-5132202B60D4}"/>
                </a:ext>
              </a:extLst>
            </p:cNvPr>
            <p:cNvSpPr/>
            <p:nvPr/>
          </p:nvSpPr>
          <p:spPr>
            <a:xfrm>
              <a:off x="6380798" y="4068128"/>
              <a:ext cx="28575" cy="95250"/>
            </a:xfrm>
            <a:custGeom>
              <a:avLst/>
              <a:gdLst>
                <a:gd name="connsiteX0" fmla="*/ 0 w 28575"/>
                <a:gd name="connsiteY0" fmla="*/ 0 h 95250"/>
                <a:gd name="connsiteX1" fmla="*/ 28575 w 28575"/>
                <a:gd name="connsiteY1" fmla="*/ 0 h 95250"/>
                <a:gd name="connsiteX2" fmla="*/ 28575 w 28575"/>
                <a:gd name="connsiteY2" fmla="*/ 103823 h 95250"/>
                <a:gd name="connsiteX3" fmla="*/ 0 w 28575"/>
                <a:gd name="connsiteY3" fmla="*/ 103823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95250">
                  <a:moveTo>
                    <a:pt x="0" y="0"/>
                  </a:moveTo>
                  <a:lnTo>
                    <a:pt x="28575" y="0"/>
                  </a:lnTo>
                  <a:lnTo>
                    <a:pt x="28575" y="103823"/>
                  </a:lnTo>
                  <a:lnTo>
                    <a:pt x="0" y="1038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5098B524-B440-4703-B2EF-8790574A8592}"/>
                </a:ext>
              </a:extLst>
            </p:cNvPr>
            <p:cNvSpPr/>
            <p:nvPr/>
          </p:nvSpPr>
          <p:spPr>
            <a:xfrm>
              <a:off x="6380798" y="4028123"/>
              <a:ext cx="28575" cy="19050"/>
            </a:xfrm>
            <a:custGeom>
              <a:avLst/>
              <a:gdLst>
                <a:gd name="connsiteX0" fmla="*/ 0 w 28575"/>
                <a:gd name="connsiteY0" fmla="*/ 0 h 19050"/>
                <a:gd name="connsiteX1" fmla="*/ 28575 w 28575"/>
                <a:gd name="connsiteY1" fmla="*/ 0 h 19050"/>
                <a:gd name="connsiteX2" fmla="*/ 28575 w 28575"/>
                <a:gd name="connsiteY2" fmla="*/ 23812 h 19050"/>
                <a:gd name="connsiteX3" fmla="*/ 0 w 28575"/>
                <a:gd name="connsiteY3" fmla="*/ 2381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75" h="19050">
                  <a:moveTo>
                    <a:pt x="0" y="0"/>
                  </a:moveTo>
                  <a:lnTo>
                    <a:pt x="28575" y="0"/>
                  </a:lnTo>
                  <a:lnTo>
                    <a:pt x="28575" y="23812"/>
                  </a:lnTo>
                  <a:lnTo>
                    <a:pt x="0" y="2381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A9933A50-2516-4FB8-98F4-54028C5CE95D}"/>
                </a:ext>
              </a:extLst>
            </p:cNvPr>
            <p:cNvSpPr/>
            <p:nvPr/>
          </p:nvSpPr>
          <p:spPr>
            <a:xfrm>
              <a:off x="6424613" y="4064317"/>
              <a:ext cx="104775" cy="104775"/>
            </a:xfrm>
            <a:custGeom>
              <a:avLst/>
              <a:gdLst>
                <a:gd name="connsiteX0" fmla="*/ 0 w 104775"/>
                <a:gd name="connsiteY0" fmla="*/ 55245 h 104775"/>
                <a:gd name="connsiteX1" fmla="*/ 53340 w 104775"/>
                <a:gd name="connsiteY1" fmla="*/ 109538 h 104775"/>
                <a:gd name="connsiteX2" fmla="*/ 107633 w 104775"/>
                <a:gd name="connsiteY2" fmla="*/ 55245 h 104775"/>
                <a:gd name="connsiteX3" fmla="*/ 53340 w 104775"/>
                <a:gd name="connsiteY3" fmla="*/ 0 h 104775"/>
                <a:gd name="connsiteX4" fmla="*/ 0 w 104775"/>
                <a:gd name="connsiteY4" fmla="*/ 55245 h 104775"/>
                <a:gd name="connsiteX5" fmla="*/ 79058 w 104775"/>
                <a:gd name="connsiteY5" fmla="*/ 55245 h 104775"/>
                <a:gd name="connsiteX6" fmla="*/ 53340 w 104775"/>
                <a:gd name="connsiteY6" fmla="*/ 88583 h 104775"/>
                <a:gd name="connsiteX7" fmla="*/ 28575 w 104775"/>
                <a:gd name="connsiteY7" fmla="*/ 55245 h 104775"/>
                <a:gd name="connsiteX8" fmla="*/ 53340 w 104775"/>
                <a:gd name="connsiteY8" fmla="*/ 21908 h 104775"/>
                <a:gd name="connsiteX9" fmla="*/ 79058 w 104775"/>
                <a:gd name="connsiteY9" fmla="*/ 552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0" y="55245"/>
                  </a:move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3" y="87630"/>
                    <a:pt x="107633" y="55245"/>
                  </a:cubicBezTo>
                  <a:cubicBezTo>
                    <a:pt x="107633" y="21908"/>
                    <a:pt x="86677" y="0"/>
                    <a:pt x="53340" y="0"/>
                  </a:cubicBezTo>
                  <a:cubicBezTo>
                    <a:pt x="20955" y="953"/>
                    <a:pt x="0" y="21908"/>
                    <a:pt x="0" y="55245"/>
                  </a:cubicBezTo>
                  <a:close/>
                  <a:moveTo>
                    <a:pt x="79058" y="55245"/>
                  </a:moveTo>
                  <a:cubicBezTo>
                    <a:pt x="79058" y="71438"/>
                    <a:pt x="73342" y="88583"/>
                    <a:pt x="53340" y="88583"/>
                  </a:cubicBezTo>
                  <a:cubicBezTo>
                    <a:pt x="34290" y="88583"/>
                    <a:pt x="28575" y="71438"/>
                    <a:pt x="28575" y="55245"/>
                  </a:cubicBezTo>
                  <a:cubicBezTo>
                    <a:pt x="28575" y="38100"/>
                    <a:pt x="34290" y="21908"/>
                    <a:pt x="53340" y="21908"/>
                  </a:cubicBezTo>
                  <a:cubicBezTo>
                    <a:pt x="73342" y="21908"/>
                    <a:pt x="79058" y="39053"/>
                    <a:pt x="79058" y="55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8F75F630-23C6-41BF-AAC7-E12A10C87E80}"/>
                </a:ext>
              </a:extLst>
            </p:cNvPr>
            <p:cNvSpPr/>
            <p:nvPr/>
          </p:nvSpPr>
          <p:spPr>
            <a:xfrm>
              <a:off x="6550342" y="4065270"/>
              <a:ext cx="95250" cy="104775"/>
            </a:xfrm>
            <a:custGeom>
              <a:avLst/>
              <a:gdLst>
                <a:gd name="connsiteX0" fmla="*/ 98108 w 95250"/>
                <a:gd name="connsiteY0" fmla="*/ 106680 h 104775"/>
                <a:gd name="connsiteX1" fmla="*/ 98108 w 95250"/>
                <a:gd name="connsiteY1" fmla="*/ 42863 h 104775"/>
                <a:gd name="connsiteX2" fmla="*/ 60008 w 95250"/>
                <a:gd name="connsiteY2" fmla="*/ 0 h 104775"/>
                <a:gd name="connsiteX3" fmla="*/ 28575 w 95250"/>
                <a:gd name="connsiteY3" fmla="*/ 17145 h 104775"/>
                <a:gd name="connsiteX4" fmla="*/ 27623 w 95250"/>
                <a:gd name="connsiteY4" fmla="*/ 17145 h 104775"/>
                <a:gd name="connsiteX5" fmla="*/ 27623 w 95250"/>
                <a:gd name="connsiteY5" fmla="*/ 2858 h 104775"/>
                <a:gd name="connsiteX6" fmla="*/ 0 w 95250"/>
                <a:gd name="connsiteY6" fmla="*/ 2858 h 104775"/>
                <a:gd name="connsiteX7" fmla="*/ 0 w 95250"/>
                <a:gd name="connsiteY7" fmla="*/ 106680 h 104775"/>
                <a:gd name="connsiteX8" fmla="*/ 28575 w 95250"/>
                <a:gd name="connsiteY8" fmla="*/ 106680 h 104775"/>
                <a:gd name="connsiteX9" fmla="*/ 28575 w 95250"/>
                <a:gd name="connsiteY9" fmla="*/ 52388 h 104775"/>
                <a:gd name="connsiteX10" fmla="*/ 50483 w 95250"/>
                <a:gd name="connsiteY10" fmla="*/ 22860 h 104775"/>
                <a:gd name="connsiteX11" fmla="*/ 68580 w 95250"/>
                <a:gd name="connsiteY11" fmla="*/ 48577 h 104775"/>
                <a:gd name="connsiteX12" fmla="*/ 68580 w 95250"/>
                <a:gd name="connsiteY12" fmla="*/ 107633 h 104775"/>
                <a:gd name="connsiteX13" fmla="*/ 98108 w 95250"/>
                <a:gd name="connsiteY13" fmla="*/ 107633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5250" h="104775">
                  <a:moveTo>
                    <a:pt x="98108" y="106680"/>
                  </a:moveTo>
                  <a:lnTo>
                    <a:pt x="98108" y="42863"/>
                  </a:lnTo>
                  <a:cubicBezTo>
                    <a:pt x="98108" y="17145"/>
                    <a:pt x="90488" y="0"/>
                    <a:pt x="60008" y="0"/>
                  </a:cubicBezTo>
                  <a:cubicBezTo>
                    <a:pt x="47625" y="0"/>
                    <a:pt x="35243" y="5715"/>
                    <a:pt x="28575" y="17145"/>
                  </a:cubicBezTo>
                  <a:lnTo>
                    <a:pt x="27623" y="17145"/>
                  </a:lnTo>
                  <a:lnTo>
                    <a:pt x="27623" y="2858"/>
                  </a:lnTo>
                  <a:lnTo>
                    <a:pt x="0" y="2858"/>
                  </a:lnTo>
                  <a:lnTo>
                    <a:pt x="0" y="106680"/>
                  </a:lnTo>
                  <a:lnTo>
                    <a:pt x="28575" y="106680"/>
                  </a:lnTo>
                  <a:lnTo>
                    <a:pt x="28575" y="52388"/>
                  </a:lnTo>
                  <a:cubicBezTo>
                    <a:pt x="28575" y="31433"/>
                    <a:pt x="35243" y="22860"/>
                    <a:pt x="50483" y="22860"/>
                  </a:cubicBezTo>
                  <a:cubicBezTo>
                    <a:pt x="63818" y="22860"/>
                    <a:pt x="68580" y="31433"/>
                    <a:pt x="68580" y="48577"/>
                  </a:cubicBezTo>
                  <a:lnTo>
                    <a:pt x="68580" y="107633"/>
                  </a:lnTo>
                  <a:lnTo>
                    <a:pt x="98108" y="10763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B90F469C-A80D-49AD-9C70-6DF412458DB7}"/>
                </a:ext>
              </a:extLst>
            </p:cNvPr>
            <p:cNvSpPr/>
            <p:nvPr/>
          </p:nvSpPr>
          <p:spPr>
            <a:xfrm>
              <a:off x="5516880" y="4260533"/>
              <a:ext cx="1123950" cy="66675"/>
            </a:xfrm>
            <a:custGeom>
              <a:avLst/>
              <a:gdLst>
                <a:gd name="connsiteX0" fmla="*/ 0 w 1123950"/>
                <a:gd name="connsiteY0" fmla="*/ 0 h 66675"/>
                <a:gd name="connsiteX1" fmla="*/ 1132523 w 1123950"/>
                <a:gd name="connsiteY1" fmla="*/ 0 h 66675"/>
                <a:gd name="connsiteX2" fmla="*/ 1132523 w 1123950"/>
                <a:gd name="connsiteY2" fmla="*/ 72390 h 66675"/>
                <a:gd name="connsiteX3" fmla="*/ 0 w 1123950"/>
                <a:gd name="connsiteY3" fmla="*/ 72390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3950" h="66675">
                  <a:moveTo>
                    <a:pt x="0" y="0"/>
                  </a:moveTo>
                  <a:lnTo>
                    <a:pt x="1132523" y="0"/>
                  </a:lnTo>
                  <a:lnTo>
                    <a:pt x="1132523" y="72390"/>
                  </a:lnTo>
                  <a:lnTo>
                    <a:pt x="0" y="7239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4A5E1496-EF9C-483D-B1C3-875104C2F865}"/>
                </a:ext>
              </a:extLst>
            </p:cNvPr>
            <p:cNvSpPr/>
            <p:nvPr/>
          </p:nvSpPr>
          <p:spPr>
            <a:xfrm>
              <a:off x="6647498" y="4016692"/>
              <a:ext cx="28575" cy="28575"/>
            </a:xfrm>
            <a:custGeom>
              <a:avLst/>
              <a:gdLst>
                <a:gd name="connsiteX0" fmla="*/ 25717 w 28575"/>
                <a:gd name="connsiteY0" fmla="*/ 4763 h 28575"/>
                <a:gd name="connsiteX1" fmla="*/ 15240 w 28575"/>
                <a:gd name="connsiteY1" fmla="*/ 0 h 28575"/>
                <a:gd name="connsiteX2" fmla="*/ 4763 w 28575"/>
                <a:gd name="connsiteY2" fmla="*/ 4763 h 28575"/>
                <a:gd name="connsiteX3" fmla="*/ 0 w 28575"/>
                <a:gd name="connsiteY3" fmla="*/ 15240 h 28575"/>
                <a:gd name="connsiteX4" fmla="*/ 4763 w 28575"/>
                <a:gd name="connsiteY4" fmla="*/ 25717 h 28575"/>
                <a:gd name="connsiteX5" fmla="*/ 15240 w 28575"/>
                <a:gd name="connsiteY5" fmla="*/ 30480 h 28575"/>
                <a:gd name="connsiteX6" fmla="*/ 25717 w 28575"/>
                <a:gd name="connsiteY6" fmla="*/ 25717 h 28575"/>
                <a:gd name="connsiteX7" fmla="*/ 30480 w 28575"/>
                <a:gd name="connsiteY7" fmla="*/ 15240 h 28575"/>
                <a:gd name="connsiteX8" fmla="*/ 25717 w 28575"/>
                <a:gd name="connsiteY8" fmla="*/ 4763 h 28575"/>
                <a:gd name="connsiteX9" fmla="*/ 24765 w 28575"/>
                <a:gd name="connsiteY9" fmla="*/ 24765 h 28575"/>
                <a:gd name="connsiteX10" fmla="*/ 16192 w 28575"/>
                <a:gd name="connsiteY10" fmla="*/ 28575 h 28575"/>
                <a:gd name="connsiteX11" fmla="*/ 6667 w 28575"/>
                <a:gd name="connsiteY11" fmla="*/ 24765 h 28575"/>
                <a:gd name="connsiteX12" fmla="*/ 2857 w 28575"/>
                <a:gd name="connsiteY12" fmla="*/ 15240 h 28575"/>
                <a:gd name="connsiteX13" fmla="*/ 6667 w 28575"/>
                <a:gd name="connsiteY13" fmla="*/ 5715 h 28575"/>
                <a:gd name="connsiteX14" fmla="*/ 15240 w 28575"/>
                <a:gd name="connsiteY14" fmla="*/ 1905 h 28575"/>
                <a:gd name="connsiteX15" fmla="*/ 23813 w 28575"/>
                <a:gd name="connsiteY15" fmla="*/ 5715 h 28575"/>
                <a:gd name="connsiteX16" fmla="*/ 27623 w 28575"/>
                <a:gd name="connsiteY16" fmla="*/ 15240 h 28575"/>
                <a:gd name="connsiteX17" fmla="*/ 24765 w 28575"/>
                <a:gd name="connsiteY17" fmla="*/ 24765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575" h="28575">
                  <a:moveTo>
                    <a:pt x="25717" y="4763"/>
                  </a:moveTo>
                  <a:cubicBezTo>
                    <a:pt x="22860" y="1905"/>
                    <a:pt x="19050" y="0"/>
                    <a:pt x="15240" y="0"/>
                  </a:cubicBezTo>
                  <a:cubicBezTo>
                    <a:pt x="11430" y="0"/>
                    <a:pt x="7620" y="1905"/>
                    <a:pt x="4763" y="4763"/>
                  </a:cubicBezTo>
                  <a:cubicBezTo>
                    <a:pt x="1905" y="7620"/>
                    <a:pt x="0" y="11430"/>
                    <a:pt x="0" y="15240"/>
                  </a:cubicBezTo>
                  <a:cubicBezTo>
                    <a:pt x="0" y="19050"/>
                    <a:pt x="1905" y="22860"/>
                    <a:pt x="4763" y="25717"/>
                  </a:cubicBezTo>
                  <a:cubicBezTo>
                    <a:pt x="7620" y="28575"/>
                    <a:pt x="11430" y="30480"/>
                    <a:pt x="15240" y="30480"/>
                  </a:cubicBezTo>
                  <a:cubicBezTo>
                    <a:pt x="19050" y="30480"/>
                    <a:pt x="22860" y="28575"/>
                    <a:pt x="25717" y="25717"/>
                  </a:cubicBezTo>
                  <a:cubicBezTo>
                    <a:pt x="28575" y="22860"/>
                    <a:pt x="30480" y="19050"/>
                    <a:pt x="30480" y="15240"/>
                  </a:cubicBezTo>
                  <a:cubicBezTo>
                    <a:pt x="30480" y="11430"/>
                    <a:pt x="28575" y="7620"/>
                    <a:pt x="25717" y="4763"/>
                  </a:cubicBezTo>
                  <a:close/>
                  <a:moveTo>
                    <a:pt x="24765" y="24765"/>
                  </a:moveTo>
                  <a:cubicBezTo>
                    <a:pt x="21907" y="27623"/>
                    <a:pt x="19050" y="28575"/>
                    <a:pt x="16192" y="28575"/>
                  </a:cubicBezTo>
                  <a:cubicBezTo>
                    <a:pt x="12382" y="28575"/>
                    <a:pt x="9525" y="27623"/>
                    <a:pt x="6667" y="24765"/>
                  </a:cubicBezTo>
                  <a:cubicBezTo>
                    <a:pt x="3810" y="21908"/>
                    <a:pt x="2857" y="19050"/>
                    <a:pt x="2857" y="15240"/>
                  </a:cubicBezTo>
                  <a:cubicBezTo>
                    <a:pt x="2857" y="11430"/>
                    <a:pt x="3810" y="8573"/>
                    <a:pt x="6667" y="5715"/>
                  </a:cubicBezTo>
                  <a:cubicBezTo>
                    <a:pt x="9525" y="2858"/>
                    <a:pt x="12382" y="1905"/>
                    <a:pt x="15240" y="1905"/>
                  </a:cubicBezTo>
                  <a:cubicBezTo>
                    <a:pt x="19050" y="1905"/>
                    <a:pt x="21907" y="2858"/>
                    <a:pt x="23813" y="5715"/>
                  </a:cubicBezTo>
                  <a:cubicBezTo>
                    <a:pt x="26670" y="8573"/>
                    <a:pt x="27623" y="11430"/>
                    <a:pt x="27623" y="15240"/>
                  </a:cubicBezTo>
                  <a:cubicBezTo>
                    <a:pt x="28575" y="19050"/>
                    <a:pt x="26670" y="21908"/>
                    <a:pt x="24765" y="247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2F4CD572-4AC0-4339-A5E4-6236F166287C}"/>
                </a:ext>
              </a:extLst>
            </p:cNvPr>
            <p:cNvSpPr/>
            <p:nvPr/>
          </p:nvSpPr>
          <p:spPr>
            <a:xfrm>
              <a:off x="6656070" y="4023360"/>
              <a:ext cx="9525" cy="9525"/>
            </a:xfrm>
            <a:custGeom>
              <a:avLst/>
              <a:gdLst>
                <a:gd name="connsiteX0" fmla="*/ 13335 w 9525"/>
                <a:gd name="connsiteY0" fmla="*/ 15240 h 9525"/>
                <a:gd name="connsiteX1" fmla="*/ 13335 w 9525"/>
                <a:gd name="connsiteY1" fmla="*/ 14288 h 9525"/>
                <a:gd name="connsiteX2" fmla="*/ 13335 w 9525"/>
                <a:gd name="connsiteY2" fmla="*/ 13335 h 9525"/>
                <a:gd name="connsiteX3" fmla="*/ 12382 w 9525"/>
                <a:gd name="connsiteY3" fmla="*/ 10478 h 9525"/>
                <a:gd name="connsiteX4" fmla="*/ 9525 w 9525"/>
                <a:gd name="connsiteY4" fmla="*/ 8573 h 9525"/>
                <a:gd name="connsiteX5" fmla="*/ 11430 w 9525"/>
                <a:gd name="connsiteY5" fmla="*/ 7620 h 9525"/>
                <a:gd name="connsiteX6" fmla="*/ 13335 w 9525"/>
                <a:gd name="connsiteY6" fmla="*/ 4763 h 9525"/>
                <a:gd name="connsiteX7" fmla="*/ 10477 w 9525"/>
                <a:gd name="connsiteY7" fmla="*/ 953 h 9525"/>
                <a:gd name="connsiteX8" fmla="*/ 5715 w 9525"/>
                <a:gd name="connsiteY8" fmla="*/ 0 h 9525"/>
                <a:gd name="connsiteX9" fmla="*/ 0 w 9525"/>
                <a:gd name="connsiteY9" fmla="*/ 0 h 9525"/>
                <a:gd name="connsiteX10" fmla="*/ 0 w 9525"/>
                <a:gd name="connsiteY10" fmla="*/ 16193 h 9525"/>
                <a:gd name="connsiteX11" fmla="*/ 2857 w 9525"/>
                <a:gd name="connsiteY11" fmla="*/ 16193 h 9525"/>
                <a:gd name="connsiteX12" fmla="*/ 2857 w 9525"/>
                <a:gd name="connsiteY12" fmla="*/ 9525 h 9525"/>
                <a:gd name="connsiteX13" fmla="*/ 4763 w 9525"/>
                <a:gd name="connsiteY13" fmla="*/ 9525 h 9525"/>
                <a:gd name="connsiteX14" fmla="*/ 7620 w 9525"/>
                <a:gd name="connsiteY14" fmla="*/ 10478 h 9525"/>
                <a:gd name="connsiteX15" fmla="*/ 9525 w 9525"/>
                <a:gd name="connsiteY15" fmla="*/ 14288 h 9525"/>
                <a:gd name="connsiteX16" fmla="*/ 9525 w 9525"/>
                <a:gd name="connsiteY16" fmla="*/ 15240 h 9525"/>
                <a:gd name="connsiteX17" fmla="*/ 9525 w 9525"/>
                <a:gd name="connsiteY17" fmla="*/ 16193 h 9525"/>
                <a:gd name="connsiteX18" fmla="*/ 9525 w 9525"/>
                <a:gd name="connsiteY18" fmla="*/ 16193 h 9525"/>
                <a:gd name="connsiteX19" fmla="*/ 9525 w 9525"/>
                <a:gd name="connsiteY19" fmla="*/ 16193 h 9525"/>
                <a:gd name="connsiteX20" fmla="*/ 12382 w 9525"/>
                <a:gd name="connsiteY20" fmla="*/ 16193 h 9525"/>
                <a:gd name="connsiteX21" fmla="*/ 13335 w 9525"/>
                <a:gd name="connsiteY21" fmla="*/ 15240 h 9525"/>
                <a:gd name="connsiteX22" fmla="*/ 13335 w 9525"/>
                <a:gd name="connsiteY22" fmla="*/ 15240 h 9525"/>
                <a:gd name="connsiteX23" fmla="*/ 9525 w 9525"/>
                <a:gd name="connsiteY23" fmla="*/ 7620 h 9525"/>
                <a:gd name="connsiteX24" fmla="*/ 6667 w 9525"/>
                <a:gd name="connsiteY24" fmla="*/ 7620 h 9525"/>
                <a:gd name="connsiteX25" fmla="*/ 3810 w 9525"/>
                <a:gd name="connsiteY25" fmla="*/ 7620 h 9525"/>
                <a:gd name="connsiteX26" fmla="*/ 3810 w 9525"/>
                <a:gd name="connsiteY26" fmla="*/ 1905 h 9525"/>
                <a:gd name="connsiteX27" fmla="*/ 6667 w 9525"/>
                <a:gd name="connsiteY27" fmla="*/ 1905 h 9525"/>
                <a:gd name="connsiteX28" fmla="*/ 10477 w 9525"/>
                <a:gd name="connsiteY28" fmla="*/ 2858 h 9525"/>
                <a:gd name="connsiteX29" fmla="*/ 11430 w 9525"/>
                <a:gd name="connsiteY29" fmla="*/ 4763 h 9525"/>
                <a:gd name="connsiteX30" fmla="*/ 9525 w 9525"/>
                <a:gd name="connsiteY30" fmla="*/ 76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25" h="9525">
                  <a:moveTo>
                    <a:pt x="13335" y="15240"/>
                  </a:moveTo>
                  <a:cubicBezTo>
                    <a:pt x="13335" y="15240"/>
                    <a:pt x="13335" y="14288"/>
                    <a:pt x="13335" y="14288"/>
                  </a:cubicBezTo>
                  <a:lnTo>
                    <a:pt x="13335" y="13335"/>
                  </a:lnTo>
                  <a:cubicBezTo>
                    <a:pt x="13335" y="12383"/>
                    <a:pt x="13335" y="11430"/>
                    <a:pt x="12382" y="10478"/>
                  </a:cubicBezTo>
                  <a:cubicBezTo>
                    <a:pt x="11430" y="9525"/>
                    <a:pt x="10477" y="9525"/>
                    <a:pt x="9525" y="8573"/>
                  </a:cubicBezTo>
                  <a:cubicBezTo>
                    <a:pt x="10477" y="8573"/>
                    <a:pt x="11430" y="8573"/>
                    <a:pt x="11430" y="7620"/>
                  </a:cubicBezTo>
                  <a:cubicBezTo>
                    <a:pt x="12382" y="6668"/>
                    <a:pt x="13335" y="5715"/>
                    <a:pt x="13335" y="4763"/>
                  </a:cubicBezTo>
                  <a:cubicBezTo>
                    <a:pt x="13335" y="2858"/>
                    <a:pt x="12382" y="953"/>
                    <a:pt x="10477" y="953"/>
                  </a:cubicBezTo>
                  <a:cubicBezTo>
                    <a:pt x="9525" y="953"/>
                    <a:pt x="7620" y="0"/>
                    <a:pt x="5715" y="0"/>
                  </a:cubicBezTo>
                  <a:lnTo>
                    <a:pt x="0" y="0"/>
                  </a:lnTo>
                  <a:lnTo>
                    <a:pt x="0" y="16193"/>
                  </a:lnTo>
                  <a:lnTo>
                    <a:pt x="2857" y="16193"/>
                  </a:lnTo>
                  <a:lnTo>
                    <a:pt x="2857" y="9525"/>
                  </a:lnTo>
                  <a:lnTo>
                    <a:pt x="4763" y="9525"/>
                  </a:lnTo>
                  <a:cubicBezTo>
                    <a:pt x="6667" y="9525"/>
                    <a:pt x="7620" y="9525"/>
                    <a:pt x="7620" y="10478"/>
                  </a:cubicBezTo>
                  <a:cubicBezTo>
                    <a:pt x="8572" y="11430"/>
                    <a:pt x="9525" y="12383"/>
                    <a:pt x="9525" y="14288"/>
                  </a:cubicBezTo>
                  <a:lnTo>
                    <a:pt x="9525" y="15240"/>
                  </a:lnTo>
                  <a:lnTo>
                    <a:pt x="9525" y="16193"/>
                  </a:lnTo>
                  <a:cubicBezTo>
                    <a:pt x="9525" y="16193"/>
                    <a:pt x="9525" y="16193"/>
                    <a:pt x="9525" y="16193"/>
                  </a:cubicBezTo>
                  <a:cubicBezTo>
                    <a:pt x="9525" y="16193"/>
                    <a:pt x="9525" y="16193"/>
                    <a:pt x="9525" y="16193"/>
                  </a:cubicBezTo>
                  <a:lnTo>
                    <a:pt x="12382" y="16193"/>
                  </a:lnTo>
                  <a:lnTo>
                    <a:pt x="13335" y="15240"/>
                  </a:lnTo>
                  <a:cubicBezTo>
                    <a:pt x="13335" y="16193"/>
                    <a:pt x="13335" y="16193"/>
                    <a:pt x="13335" y="15240"/>
                  </a:cubicBezTo>
                  <a:close/>
                  <a:moveTo>
                    <a:pt x="9525" y="7620"/>
                  </a:moveTo>
                  <a:cubicBezTo>
                    <a:pt x="8572" y="7620"/>
                    <a:pt x="7620" y="7620"/>
                    <a:pt x="6667" y="7620"/>
                  </a:cubicBezTo>
                  <a:lnTo>
                    <a:pt x="3810" y="7620"/>
                  </a:lnTo>
                  <a:lnTo>
                    <a:pt x="3810" y="1905"/>
                  </a:lnTo>
                  <a:lnTo>
                    <a:pt x="6667" y="1905"/>
                  </a:lnTo>
                  <a:cubicBezTo>
                    <a:pt x="8572" y="1905"/>
                    <a:pt x="9525" y="1905"/>
                    <a:pt x="10477" y="2858"/>
                  </a:cubicBezTo>
                  <a:cubicBezTo>
                    <a:pt x="11430" y="2858"/>
                    <a:pt x="11430" y="3810"/>
                    <a:pt x="11430" y="4763"/>
                  </a:cubicBezTo>
                  <a:cubicBezTo>
                    <a:pt x="10477" y="6668"/>
                    <a:pt x="10477" y="7620"/>
                    <a:pt x="9525" y="7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1C7F773E-4E8F-4D3D-9078-111B8E4B4E8D}"/>
                </a:ext>
              </a:extLst>
            </p:cNvPr>
            <p:cNvSpPr/>
            <p:nvPr/>
          </p:nvSpPr>
          <p:spPr>
            <a:xfrm>
              <a:off x="6340792" y="2581275"/>
              <a:ext cx="142875" cy="152400"/>
            </a:xfrm>
            <a:custGeom>
              <a:avLst/>
              <a:gdLst>
                <a:gd name="connsiteX0" fmla="*/ 20955 w 142875"/>
                <a:gd name="connsiteY0" fmla="*/ 133350 h 152400"/>
                <a:gd name="connsiteX1" fmla="*/ 44768 w 142875"/>
                <a:gd name="connsiteY1" fmla="*/ 149543 h 152400"/>
                <a:gd name="connsiteX2" fmla="*/ 76200 w 142875"/>
                <a:gd name="connsiteY2" fmla="*/ 155258 h 152400"/>
                <a:gd name="connsiteX3" fmla="*/ 119063 w 142875"/>
                <a:gd name="connsiteY3" fmla="*/ 143828 h 152400"/>
                <a:gd name="connsiteX4" fmla="*/ 144780 w 142875"/>
                <a:gd name="connsiteY4" fmla="*/ 105728 h 152400"/>
                <a:gd name="connsiteX5" fmla="*/ 109538 w 142875"/>
                <a:gd name="connsiteY5" fmla="*/ 105728 h 152400"/>
                <a:gd name="connsiteX6" fmla="*/ 98108 w 142875"/>
                <a:gd name="connsiteY6" fmla="*/ 118110 h 152400"/>
                <a:gd name="connsiteX7" fmla="*/ 77153 w 142875"/>
                <a:gd name="connsiteY7" fmla="*/ 123825 h 152400"/>
                <a:gd name="connsiteX8" fmla="*/ 51435 w 142875"/>
                <a:gd name="connsiteY8" fmla="*/ 115253 h 152400"/>
                <a:gd name="connsiteX9" fmla="*/ 41910 w 142875"/>
                <a:gd name="connsiteY9" fmla="*/ 86678 h 152400"/>
                <a:gd name="connsiteX10" fmla="*/ 147638 w 142875"/>
                <a:gd name="connsiteY10" fmla="*/ 86678 h 152400"/>
                <a:gd name="connsiteX11" fmla="*/ 144780 w 142875"/>
                <a:gd name="connsiteY11" fmla="*/ 54293 h 152400"/>
                <a:gd name="connsiteX12" fmla="*/ 131445 w 142875"/>
                <a:gd name="connsiteY12" fmla="*/ 26670 h 152400"/>
                <a:gd name="connsiteX13" fmla="*/ 108585 w 142875"/>
                <a:gd name="connsiteY13" fmla="*/ 7620 h 152400"/>
                <a:gd name="connsiteX14" fmla="*/ 75248 w 142875"/>
                <a:gd name="connsiteY14" fmla="*/ 0 h 152400"/>
                <a:gd name="connsiteX15" fmla="*/ 44768 w 142875"/>
                <a:gd name="connsiteY15" fmla="*/ 5715 h 152400"/>
                <a:gd name="connsiteX16" fmla="*/ 20955 w 142875"/>
                <a:gd name="connsiteY16" fmla="*/ 21908 h 152400"/>
                <a:gd name="connsiteX17" fmla="*/ 5715 w 142875"/>
                <a:gd name="connsiteY17" fmla="*/ 46672 h 152400"/>
                <a:gd name="connsiteX18" fmla="*/ 0 w 142875"/>
                <a:gd name="connsiteY18" fmla="*/ 77153 h 152400"/>
                <a:gd name="connsiteX19" fmla="*/ 5715 w 142875"/>
                <a:gd name="connsiteY19" fmla="*/ 108585 h 152400"/>
                <a:gd name="connsiteX20" fmla="*/ 20955 w 142875"/>
                <a:gd name="connsiteY20" fmla="*/ 133350 h 152400"/>
                <a:gd name="connsiteX21" fmla="*/ 42863 w 142875"/>
                <a:gd name="connsiteY21" fmla="*/ 51435 h 152400"/>
                <a:gd name="connsiteX22" fmla="*/ 48578 w 142875"/>
                <a:gd name="connsiteY22" fmla="*/ 40958 h 152400"/>
                <a:gd name="connsiteX23" fmla="*/ 59055 w 142875"/>
                <a:gd name="connsiteY23" fmla="*/ 32385 h 152400"/>
                <a:gd name="connsiteX24" fmla="*/ 75248 w 142875"/>
                <a:gd name="connsiteY24" fmla="*/ 29528 h 152400"/>
                <a:gd name="connsiteX25" fmla="*/ 97155 w 142875"/>
                <a:gd name="connsiteY25" fmla="*/ 37147 h 152400"/>
                <a:gd name="connsiteX26" fmla="*/ 107633 w 142875"/>
                <a:gd name="connsiteY26" fmla="*/ 60008 h 152400"/>
                <a:gd name="connsiteX27" fmla="*/ 40958 w 142875"/>
                <a:gd name="connsiteY27" fmla="*/ 60008 h 152400"/>
                <a:gd name="connsiteX28" fmla="*/ 42863 w 142875"/>
                <a:gd name="connsiteY28" fmla="*/ 51435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2875" h="152400">
                  <a:moveTo>
                    <a:pt x="20955" y="133350"/>
                  </a:moveTo>
                  <a:cubicBezTo>
                    <a:pt x="27623" y="140018"/>
                    <a:pt x="35243" y="145733"/>
                    <a:pt x="44768" y="149543"/>
                  </a:cubicBezTo>
                  <a:cubicBezTo>
                    <a:pt x="54293" y="153353"/>
                    <a:pt x="64770" y="155258"/>
                    <a:pt x="76200" y="155258"/>
                  </a:cubicBezTo>
                  <a:cubicBezTo>
                    <a:pt x="92393" y="155258"/>
                    <a:pt x="106680" y="151448"/>
                    <a:pt x="119063" y="143828"/>
                  </a:cubicBezTo>
                  <a:cubicBezTo>
                    <a:pt x="130493" y="136208"/>
                    <a:pt x="139065" y="123825"/>
                    <a:pt x="144780" y="105728"/>
                  </a:cubicBezTo>
                  <a:lnTo>
                    <a:pt x="109538" y="105728"/>
                  </a:lnTo>
                  <a:cubicBezTo>
                    <a:pt x="107633" y="109538"/>
                    <a:pt x="103823" y="114300"/>
                    <a:pt x="98108" y="118110"/>
                  </a:cubicBezTo>
                  <a:cubicBezTo>
                    <a:pt x="92393" y="121920"/>
                    <a:pt x="84773" y="123825"/>
                    <a:pt x="77153" y="123825"/>
                  </a:cubicBezTo>
                  <a:cubicBezTo>
                    <a:pt x="65723" y="123825"/>
                    <a:pt x="57150" y="120968"/>
                    <a:pt x="51435" y="115253"/>
                  </a:cubicBezTo>
                  <a:cubicBezTo>
                    <a:pt x="45720" y="109538"/>
                    <a:pt x="41910" y="100013"/>
                    <a:pt x="41910" y="86678"/>
                  </a:cubicBezTo>
                  <a:lnTo>
                    <a:pt x="147638" y="86678"/>
                  </a:lnTo>
                  <a:cubicBezTo>
                    <a:pt x="148590" y="75248"/>
                    <a:pt x="147638" y="64770"/>
                    <a:pt x="144780" y="54293"/>
                  </a:cubicBezTo>
                  <a:cubicBezTo>
                    <a:pt x="141923" y="43815"/>
                    <a:pt x="138113" y="34290"/>
                    <a:pt x="131445" y="26670"/>
                  </a:cubicBezTo>
                  <a:cubicBezTo>
                    <a:pt x="125730" y="18098"/>
                    <a:pt x="118110" y="12383"/>
                    <a:pt x="108585" y="7620"/>
                  </a:cubicBezTo>
                  <a:cubicBezTo>
                    <a:pt x="99060" y="1905"/>
                    <a:pt x="88583" y="0"/>
                    <a:pt x="75248" y="0"/>
                  </a:cubicBezTo>
                  <a:cubicBezTo>
                    <a:pt x="63818" y="0"/>
                    <a:pt x="54293" y="1905"/>
                    <a:pt x="44768" y="5715"/>
                  </a:cubicBezTo>
                  <a:cubicBezTo>
                    <a:pt x="35243" y="9525"/>
                    <a:pt x="27623" y="15240"/>
                    <a:pt x="20955" y="21908"/>
                  </a:cubicBezTo>
                  <a:cubicBezTo>
                    <a:pt x="14288" y="28575"/>
                    <a:pt x="9525" y="37147"/>
                    <a:pt x="5715" y="46672"/>
                  </a:cubicBezTo>
                  <a:cubicBezTo>
                    <a:pt x="1905" y="56197"/>
                    <a:pt x="0" y="66675"/>
                    <a:pt x="0" y="77153"/>
                  </a:cubicBezTo>
                  <a:cubicBezTo>
                    <a:pt x="0" y="88583"/>
                    <a:pt x="1905" y="99060"/>
                    <a:pt x="5715" y="108585"/>
                  </a:cubicBezTo>
                  <a:cubicBezTo>
                    <a:pt x="9525" y="118110"/>
                    <a:pt x="14288" y="125730"/>
                    <a:pt x="20955" y="133350"/>
                  </a:cubicBezTo>
                  <a:close/>
                  <a:moveTo>
                    <a:pt x="42863" y="51435"/>
                  </a:moveTo>
                  <a:cubicBezTo>
                    <a:pt x="43815" y="47625"/>
                    <a:pt x="45720" y="44768"/>
                    <a:pt x="48578" y="40958"/>
                  </a:cubicBezTo>
                  <a:cubicBezTo>
                    <a:pt x="51435" y="38100"/>
                    <a:pt x="54293" y="35243"/>
                    <a:pt x="59055" y="32385"/>
                  </a:cubicBezTo>
                  <a:cubicBezTo>
                    <a:pt x="62865" y="30480"/>
                    <a:pt x="68580" y="29528"/>
                    <a:pt x="75248" y="29528"/>
                  </a:cubicBezTo>
                  <a:cubicBezTo>
                    <a:pt x="84773" y="29528"/>
                    <a:pt x="92393" y="32385"/>
                    <a:pt x="97155" y="37147"/>
                  </a:cubicBezTo>
                  <a:cubicBezTo>
                    <a:pt x="101918" y="42863"/>
                    <a:pt x="105728" y="50483"/>
                    <a:pt x="107633" y="60008"/>
                  </a:cubicBezTo>
                  <a:lnTo>
                    <a:pt x="40958" y="60008"/>
                  </a:lnTo>
                  <a:cubicBezTo>
                    <a:pt x="40958" y="58103"/>
                    <a:pt x="41910" y="55245"/>
                    <a:pt x="42863" y="5143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7C324A15-CB08-47A4-8EE5-D29599676556}"/>
                </a:ext>
              </a:extLst>
            </p:cNvPr>
            <p:cNvSpPr/>
            <p:nvPr/>
          </p:nvSpPr>
          <p:spPr>
            <a:xfrm>
              <a:off x="6499860" y="2528888"/>
              <a:ext cx="142875" cy="200025"/>
            </a:xfrm>
            <a:custGeom>
              <a:avLst/>
              <a:gdLst>
                <a:gd name="connsiteX0" fmla="*/ 16192 w 142875"/>
                <a:gd name="connsiteY0" fmla="*/ 182880 h 200025"/>
                <a:gd name="connsiteX1" fmla="*/ 37148 w 142875"/>
                <a:gd name="connsiteY1" fmla="*/ 200025 h 200025"/>
                <a:gd name="connsiteX2" fmla="*/ 65723 w 142875"/>
                <a:gd name="connsiteY2" fmla="*/ 206693 h 200025"/>
                <a:gd name="connsiteX3" fmla="*/ 91440 w 142875"/>
                <a:gd name="connsiteY3" fmla="*/ 200978 h 200025"/>
                <a:gd name="connsiteX4" fmla="*/ 110490 w 142875"/>
                <a:gd name="connsiteY4" fmla="*/ 183833 h 200025"/>
                <a:gd name="connsiteX5" fmla="*/ 111442 w 142875"/>
                <a:gd name="connsiteY5" fmla="*/ 183833 h 200025"/>
                <a:gd name="connsiteX6" fmla="*/ 111442 w 142875"/>
                <a:gd name="connsiteY6" fmla="*/ 202883 h 200025"/>
                <a:gd name="connsiteX7" fmla="*/ 149542 w 142875"/>
                <a:gd name="connsiteY7" fmla="*/ 202883 h 200025"/>
                <a:gd name="connsiteX8" fmla="*/ 149542 w 142875"/>
                <a:gd name="connsiteY8" fmla="*/ 0 h 200025"/>
                <a:gd name="connsiteX9" fmla="*/ 109538 w 142875"/>
                <a:gd name="connsiteY9" fmla="*/ 0 h 200025"/>
                <a:gd name="connsiteX10" fmla="*/ 109538 w 142875"/>
                <a:gd name="connsiteY10" fmla="*/ 74295 h 200025"/>
                <a:gd name="connsiteX11" fmla="*/ 108585 w 142875"/>
                <a:gd name="connsiteY11" fmla="*/ 74295 h 200025"/>
                <a:gd name="connsiteX12" fmla="*/ 89535 w 142875"/>
                <a:gd name="connsiteY12" fmla="*/ 58103 h 200025"/>
                <a:gd name="connsiteX13" fmla="*/ 64770 w 142875"/>
                <a:gd name="connsiteY13" fmla="*/ 52388 h 200025"/>
                <a:gd name="connsiteX14" fmla="*/ 36195 w 142875"/>
                <a:gd name="connsiteY14" fmla="*/ 59055 h 200025"/>
                <a:gd name="connsiteX15" fmla="*/ 16192 w 142875"/>
                <a:gd name="connsiteY15" fmla="*/ 76200 h 200025"/>
                <a:gd name="connsiteX16" fmla="*/ 3810 w 142875"/>
                <a:gd name="connsiteY16" fmla="*/ 100965 h 200025"/>
                <a:gd name="connsiteX17" fmla="*/ 0 w 142875"/>
                <a:gd name="connsiteY17" fmla="*/ 129540 h 200025"/>
                <a:gd name="connsiteX18" fmla="*/ 3810 w 142875"/>
                <a:gd name="connsiteY18" fmla="*/ 159068 h 200025"/>
                <a:gd name="connsiteX19" fmla="*/ 16192 w 142875"/>
                <a:gd name="connsiteY19" fmla="*/ 182880 h 200025"/>
                <a:gd name="connsiteX20" fmla="*/ 41910 w 142875"/>
                <a:gd name="connsiteY20" fmla="*/ 111443 h 200025"/>
                <a:gd name="connsiteX21" fmla="*/ 47625 w 142875"/>
                <a:gd name="connsiteY21" fmla="*/ 96203 h 200025"/>
                <a:gd name="connsiteX22" fmla="*/ 58102 w 142875"/>
                <a:gd name="connsiteY22" fmla="*/ 85725 h 200025"/>
                <a:gd name="connsiteX23" fmla="*/ 75248 w 142875"/>
                <a:gd name="connsiteY23" fmla="*/ 81915 h 200025"/>
                <a:gd name="connsiteX24" fmla="*/ 91440 w 142875"/>
                <a:gd name="connsiteY24" fmla="*/ 85725 h 200025"/>
                <a:gd name="connsiteX25" fmla="*/ 101917 w 142875"/>
                <a:gd name="connsiteY25" fmla="*/ 96203 h 200025"/>
                <a:gd name="connsiteX26" fmla="*/ 107632 w 142875"/>
                <a:gd name="connsiteY26" fmla="*/ 111443 h 200025"/>
                <a:gd name="connsiteX27" fmla="*/ 109538 w 142875"/>
                <a:gd name="connsiteY27" fmla="*/ 128588 h 200025"/>
                <a:gd name="connsiteX28" fmla="*/ 107632 w 142875"/>
                <a:gd name="connsiteY28" fmla="*/ 145733 h 200025"/>
                <a:gd name="connsiteX29" fmla="*/ 101917 w 142875"/>
                <a:gd name="connsiteY29" fmla="*/ 160973 h 200025"/>
                <a:gd name="connsiteX30" fmla="*/ 91440 w 142875"/>
                <a:gd name="connsiteY30" fmla="*/ 171450 h 200025"/>
                <a:gd name="connsiteX31" fmla="*/ 75248 w 142875"/>
                <a:gd name="connsiteY31" fmla="*/ 175260 h 200025"/>
                <a:gd name="connsiteX32" fmla="*/ 59055 w 142875"/>
                <a:gd name="connsiteY32" fmla="*/ 171450 h 200025"/>
                <a:gd name="connsiteX33" fmla="*/ 47625 w 142875"/>
                <a:gd name="connsiteY33" fmla="*/ 160973 h 200025"/>
                <a:gd name="connsiteX34" fmla="*/ 40957 w 142875"/>
                <a:gd name="connsiteY34" fmla="*/ 145733 h 200025"/>
                <a:gd name="connsiteX35" fmla="*/ 39052 w 142875"/>
                <a:gd name="connsiteY35" fmla="*/ 128588 h 200025"/>
                <a:gd name="connsiteX36" fmla="*/ 41910 w 142875"/>
                <a:gd name="connsiteY36" fmla="*/ 111443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42875" h="200025">
                  <a:moveTo>
                    <a:pt x="16192" y="182880"/>
                  </a:moveTo>
                  <a:cubicBezTo>
                    <a:pt x="21907" y="190500"/>
                    <a:pt x="28575" y="196215"/>
                    <a:pt x="37148" y="200025"/>
                  </a:cubicBezTo>
                  <a:cubicBezTo>
                    <a:pt x="45720" y="203835"/>
                    <a:pt x="55245" y="206693"/>
                    <a:pt x="65723" y="206693"/>
                  </a:cubicBezTo>
                  <a:cubicBezTo>
                    <a:pt x="75248" y="206693"/>
                    <a:pt x="83820" y="204788"/>
                    <a:pt x="91440" y="200978"/>
                  </a:cubicBezTo>
                  <a:cubicBezTo>
                    <a:pt x="99060" y="197168"/>
                    <a:pt x="105727" y="191453"/>
                    <a:pt x="110490" y="183833"/>
                  </a:cubicBezTo>
                  <a:lnTo>
                    <a:pt x="111442" y="183833"/>
                  </a:lnTo>
                  <a:lnTo>
                    <a:pt x="111442" y="202883"/>
                  </a:lnTo>
                  <a:lnTo>
                    <a:pt x="149542" y="202883"/>
                  </a:lnTo>
                  <a:lnTo>
                    <a:pt x="149542" y="0"/>
                  </a:lnTo>
                  <a:lnTo>
                    <a:pt x="109538" y="0"/>
                  </a:lnTo>
                  <a:lnTo>
                    <a:pt x="109538" y="74295"/>
                  </a:lnTo>
                  <a:lnTo>
                    <a:pt x="108585" y="74295"/>
                  </a:lnTo>
                  <a:cubicBezTo>
                    <a:pt x="103823" y="66675"/>
                    <a:pt x="98107" y="61913"/>
                    <a:pt x="89535" y="58103"/>
                  </a:cubicBezTo>
                  <a:cubicBezTo>
                    <a:pt x="81915" y="54293"/>
                    <a:pt x="73342" y="52388"/>
                    <a:pt x="64770" y="52388"/>
                  </a:cubicBezTo>
                  <a:cubicBezTo>
                    <a:pt x="54292" y="52388"/>
                    <a:pt x="44767" y="54293"/>
                    <a:pt x="36195" y="59055"/>
                  </a:cubicBezTo>
                  <a:cubicBezTo>
                    <a:pt x="27623" y="62865"/>
                    <a:pt x="20955" y="68580"/>
                    <a:pt x="16192" y="76200"/>
                  </a:cubicBezTo>
                  <a:cubicBezTo>
                    <a:pt x="10477" y="82868"/>
                    <a:pt x="6667" y="91440"/>
                    <a:pt x="3810" y="100965"/>
                  </a:cubicBezTo>
                  <a:cubicBezTo>
                    <a:pt x="952" y="110490"/>
                    <a:pt x="0" y="120015"/>
                    <a:pt x="0" y="129540"/>
                  </a:cubicBezTo>
                  <a:cubicBezTo>
                    <a:pt x="0" y="140018"/>
                    <a:pt x="952" y="149543"/>
                    <a:pt x="3810" y="159068"/>
                  </a:cubicBezTo>
                  <a:cubicBezTo>
                    <a:pt x="6667" y="167640"/>
                    <a:pt x="10477" y="175260"/>
                    <a:pt x="16192" y="182880"/>
                  </a:cubicBezTo>
                  <a:close/>
                  <a:moveTo>
                    <a:pt x="41910" y="111443"/>
                  </a:moveTo>
                  <a:cubicBezTo>
                    <a:pt x="42863" y="105728"/>
                    <a:pt x="44767" y="100965"/>
                    <a:pt x="47625" y="96203"/>
                  </a:cubicBezTo>
                  <a:cubicBezTo>
                    <a:pt x="50482" y="91440"/>
                    <a:pt x="54292" y="88583"/>
                    <a:pt x="58102" y="85725"/>
                  </a:cubicBezTo>
                  <a:cubicBezTo>
                    <a:pt x="62865" y="82868"/>
                    <a:pt x="68580" y="81915"/>
                    <a:pt x="75248" y="81915"/>
                  </a:cubicBezTo>
                  <a:cubicBezTo>
                    <a:pt x="81915" y="81915"/>
                    <a:pt x="87630" y="82868"/>
                    <a:pt x="91440" y="85725"/>
                  </a:cubicBezTo>
                  <a:cubicBezTo>
                    <a:pt x="96202" y="88583"/>
                    <a:pt x="99060" y="91440"/>
                    <a:pt x="101917" y="96203"/>
                  </a:cubicBezTo>
                  <a:cubicBezTo>
                    <a:pt x="104775" y="100013"/>
                    <a:pt x="106680" y="105728"/>
                    <a:pt x="107632" y="111443"/>
                  </a:cubicBezTo>
                  <a:cubicBezTo>
                    <a:pt x="108585" y="117158"/>
                    <a:pt x="109538" y="122873"/>
                    <a:pt x="109538" y="128588"/>
                  </a:cubicBezTo>
                  <a:cubicBezTo>
                    <a:pt x="109538" y="134303"/>
                    <a:pt x="108585" y="140970"/>
                    <a:pt x="107632" y="145733"/>
                  </a:cubicBezTo>
                  <a:cubicBezTo>
                    <a:pt x="106680" y="151448"/>
                    <a:pt x="104775" y="156210"/>
                    <a:pt x="101917" y="160973"/>
                  </a:cubicBezTo>
                  <a:cubicBezTo>
                    <a:pt x="99060" y="165735"/>
                    <a:pt x="95250" y="168593"/>
                    <a:pt x="91440" y="171450"/>
                  </a:cubicBezTo>
                  <a:cubicBezTo>
                    <a:pt x="86677" y="174308"/>
                    <a:pt x="81915" y="175260"/>
                    <a:pt x="75248" y="175260"/>
                  </a:cubicBezTo>
                  <a:cubicBezTo>
                    <a:pt x="68580" y="175260"/>
                    <a:pt x="63817" y="174308"/>
                    <a:pt x="59055" y="171450"/>
                  </a:cubicBezTo>
                  <a:cubicBezTo>
                    <a:pt x="54292" y="168593"/>
                    <a:pt x="50482" y="164783"/>
                    <a:pt x="47625" y="160973"/>
                  </a:cubicBezTo>
                  <a:cubicBezTo>
                    <a:pt x="44767" y="156210"/>
                    <a:pt x="42863" y="151448"/>
                    <a:pt x="40957" y="145733"/>
                  </a:cubicBezTo>
                  <a:cubicBezTo>
                    <a:pt x="40005" y="140018"/>
                    <a:pt x="39052" y="134303"/>
                    <a:pt x="39052" y="128588"/>
                  </a:cubicBezTo>
                  <a:cubicBezTo>
                    <a:pt x="40005" y="122873"/>
                    <a:pt x="40957" y="117158"/>
                    <a:pt x="41910" y="1114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7" name="Forma libre: forma 36">
              <a:extLst>
                <a:ext uri="{FF2B5EF4-FFF2-40B4-BE49-F238E27FC236}">
                  <a16:creationId xmlns:a16="http://schemas.microsoft.com/office/drawing/2014/main" id="{96BB4763-44D9-40B3-9AD9-5B75C39998B3}"/>
                </a:ext>
              </a:extLst>
            </p:cNvPr>
            <p:cNvSpPr/>
            <p:nvPr/>
          </p:nvSpPr>
          <p:spPr>
            <a:xfrm>
              <a:off x="5845493" y="3061335"/>
              <a:ext cx="504825" cy="647700"/>
            </a:xfrm>
            <a:custGeom>
              <a:avLst/>
              <a:gdLst>
                <a:gd name="connsiteX0" fmla="*/ 509587 w 504825"/>
                <a:gd name="connsiteY0" fmla="*/ 461963 h 647700"/>
                <a:gd name="connsiteX1" fmla="*/ 385762 w 504825"/>
                <a:gd name="connsiteY1" fmla="*/ 305753 h 647700"/>
                <a:gd name="connsiteX2" fmla="*/ 385762 w 504825"/>
                <a:gd name="connsiteY2" fmla="*/ 303848 h 647700"/>
                <a:gd name="connsiteX3" fmla="*/ 481965 w 504825"/>
                <a:gd name="connsiteY3" fmla="*/ 159067 h 647700"/>
                <a:gd name="connsiteX4" fmla="*/ 405765 w 504825"/>
                <a:gd name="connsiteY4" fmla="*/ 23813 h 647700"/>
                <a:gd name="connsiteX5" fmla="*/ 234315 w 504825"/>
                <a:gd name="connsiteY5" fmla="*/ 0 h 647700"/>
                <a:gd name="connsiteX6" fmla="*/ 0 w 504825"/>
                <a:gd name="connsiteY6" fmla="*/ 0 h 647700"/>
                <a:gd name="connsiteX7" fmla="*/ 0 w 504825"/>
                <a:gd name="connsiteY7" fmla="*/ 648653 h 647700"/>
                <a:gd name="connsiteX8" fmla="*/ 313372 w 504825"/>
                <a:gd name="connsiteY8" fmla="*/ 648653 h 647700"/>
                <a:gd name="connsiteX9" fmla="*/ 509587 w 504825"/>
                <a:gd name="connsiteY9" fmla="*/ 461963 h 647700"/>
                <a:gd name="connsiteX10" fmla="*/ 85725 w 504825"/>
                <a:gd name="connsiteY10" fmla="*/ 73342 h 647700"/>
                <a:gd name="connsiteX11" fmla="*/ 258127 w 504825"/>
                <a:gd name="connsiteY11" fmla="*/ 73342 h 647700"/>
                <a:gd name="connsiteX12" fmla="*/ 396240 w 504825"/>
                <a:gd name="connsiteY12" fmla="*/ 176213 h 647700"/>
                <a:gd name="connsiteX13" fmla="*/ 258127 w 504825"/>
                <a:gd name="connsiteY13" fmla="*/ 280035 h 647700"/>
                <a:gd name="connsiteX14" fmla="*/ 85725 w 504825"/>
                <a:gd name="connsiteY14" fmla="*/ 280035 h 647700"/>
                <a:gd name="connsiteX15" fmla="*/ 85725 w 504825"/>
                <a:gd name="connsiteY15" fmla="*/ 73342 h 647700"/>
                <a:gd name="connsiteX16" fmla="*/ 85725 w 504825"/>
                <a:gd name="connsiteY16" fmla="*/ 576263 h 647700"/>
                <a:gd name="connsiteX17" fmla="*/ 85725 w 504825"/>
                <a:gd name="connsiteY17" fmla="*/ 351473 h 647700"/>
                <a:gd name="connsiteX18" fmla="*/ 282893 w 504825"/>
                <a:gd name="connsiteY18" fmla="*/ 351473 h 647700"/>
                <a:gd name="connsiteX19" fmla="*/ 423862 w 504825"/>
                <a:gd name="connsiteY19" fmla="*/ 459105 h 647700"/>
                <a:gd name="connsiteX20" fmla="*/ 301943 w 504825"/>
                <a:gd name="connsiteY20" fmla="*/ 575310 h 647700"/>
                <a:gd name="connsiteX21" fmla="*/ 85725 w 504825"/>
                <a:gd name="connsiteY21" fmla="*/ 57531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4825" h="647700">
                  <a:moveTo>
                    <a:pt x="509587" y="461963"/>
                  </a:moveTo>
                  <a:cubicBezTo>
                    <a:pt x="509587" y="381953"/>
                    <a:pt x="465772" y="321945"/>
                    <a:pt x="385762" y="305753"/>
                  </a:cubicBezTo>
                  <a:lnTo>
                    <a:pt x="385762" y="303848"/>
                  </a:lnTo>
                  <a:cubicBezTo>
                    <a:pt x="445770" y="279082"/>
                    <a:pt x="481965" y="227648"/>
                    <a:pt x="481965" y="159067"/>
                  </a:cubicBezTo>
                  <a:cubicBezTo>
                    <a:pt x="481965" y="95250"/>
                    <a:pt x="448628" y="49530"/>
                    <a:pt x="405765" y="23813"/>
                  </a:cubicBezTo>
                  <a:cubicBezTo>
                    <a:pt x="366712" y="0"/>
                    <a:pt x="291465" y="0"/>
                    <a:pt x="234315" y="0"/>
                  </a:cubicBezTo>
                  <a:lnTo>
                    <a:pt x="0" y="0"/>
                  </a:lnTo>
                  <a:lnTo>
                    <a:pt x="0" y="648653"/>
                  </a:lnTo>
                  <a:lnTo>
                    <a:pt x="313372" y="648653"/>
                  </a:lnTo>
                  <a:cubicBezTo>
                    <a:pt x="441960" y="648653"/>
                    <a:pt x="509587" y="558165"/>
                    <a:pt x="509587" y="461963"/>
                  </a:cubicBezTo>
                  <a:close/>
                  <a:moveTo>
                    <a:pt x="85725" y="73342"/>
                  </a:moveTo>
                  <a:lnTo>
                    <a:pt x="258127" y="73342"/>
                  </a:lnTo>
                  <a:cubicBezTo>
                    <a:pt x="332422" y="73342"/>
                    <a:pt x="396240" y="85725"/>
                    <a:pt x="396240" y="176213"/>
                  </a:cubicBezTo>
                  <a:cubicBezTo>
                    <a:pt x="396240" y="243840"/>
                    <a:pt x="356235" y="280035"/>
                    <a:pt x="258127" y="280035"/>
                  </a:cubicBezTo>
                  <a:lnTo>
                    <a:pt x="85725" y="280035"/>
                  </a:lnTo>
                  <a:lnTo>
                    <a:pt x="85725" y="73342"/>
                  </a:lnTo>
                  <a:close/>
                  <a:moveTo>
                    <a:pt x="85725" y="576263"/>
                  </a:moveTo>
                  <a:lnTo>
                    <a:pt x="85725" y="351473"/>
                  </a:lnTo>
                  <a:lnTo>
                    <a:pt x="282893" y="351473"/>
                  </a:lnTo>
                  <a:cubicBezTo>
                    <a:pt x="355283" y="351473"/>
                    <a:pt x="423862" y="375285"/>
                    <a:pt x="423862" y="459105"/>
                  </a:cubicBezTo>
                  <a:cubicBezTo>
                    <a:pt x="423862" y="529590"/>
                    <a:pt x="376237" y="575310"/>
                    <a:pt x="301943" y="575310"/>
                  </a:cubicBezTo>
                  <a:lnTo>
                    <a:pt x="85725" y="5753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8" name="Forma libre: forma 37">
              <a:extLst>
                <a:ext uri="{FF2B5EF4-FFF2-40B4-BE49-F238E27FC236}">
                  <a16:creationId xmlns:a16="http://schemas.microsoft.com/office/drawing/2014/main" id="{DE567A01-9B6E-469E-B9EC-3F3348F13BDD}"/>
                </a:ext>
              </a:extLst>
            </p:cNvPr>
            <p:cNvSpPr/>
            <p:nvPr/>
          </p:nvSpPr>
          <p:spPr>
            <a:xfrm>
              <a:off x="5514975" y="2818445"/>
              <a:ext cx="1133475" cy="1133475"/>
            </a:xfrm>
            <a:custGeom>
              <a:avLst/>
              <a:gdLst>
                <a:gd name="connsiteX0" fmla="*/ 567690 w 1133475"/>
                <a:gd name="connsiteY0" fmla="*/ 1135383 h 1133475"/>
                <a:gd name="connsiteX1" fmla="*/ 1135380 w 1133475"/>
                <a:gd name="connsiteY1" fmla="*/ 567693 h 1133475"/>
                <a:gd name="connsiteX2" fmla="*/ 567690 w 1133475"/>
                <a:gd name="connsiteY2" fmla="*/ 3 h 1133475"/>
                <a:gd name="connsiteX3" fmla="*/ 0 w 1133475"/>
                <a:gd name="connsiteY3" fmla="*/ 567693 h 1133475"/>
                <a:gd name="connsiteX4" fmla="*/ 567690 w 1133475"/>
                <a:gd name="connsiteY4" fmla="*/ 1135383 h 1133475"/>
                <a:gd name="connsiteX5" fmla="*/ 567690 w 1133475"/>
                <a:gd name="connsiteY5" fmla="*/ 74298 h 1133475"/>
                <a:gd name="connsiteX6" fmla="*/ 1061085 w 1133475"/>
                <a:gd name="connsiteY6" fmla="*/ 567693 h 1133475"/>
                <a:gd name="connsiteX7" fmla="*/ 567690 w 1133475"/>
                <a:gd name="connsiteY7" fmla="*/ 1061088 h 1133475"/>
                <a:gd name="connsiteX8" fmla="*/ 74295 w 1133475"/>
                <a:gd name="connsiteY8" fmla="*/ 567693 h 1133475"/>
                <a:gd name="connsiteX9" fmla="*/ 567690 w 1133475"/>
                <a:gd name="connsiteY9" fmla="*/ 74298 h 1133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475" h="1133475">
                  <a:moveTo>
                    <a:pt x="567690" y="1135383"/>
                  </a:moveTo>
                  <a:cubicBezTo>
                    <a:pt x="881063" y="1135383"/>
                    <a:pt x="1135380" y="881065"/>
                    <a:pt x="1135380" y="567693"/>
                  </a:cubicBezTo>
                  <a:cubicBezTo>
                    <a:pt x="1135380" y="254320"/>
                    <a:pt x="881063" y="3"/>
                    <a:pt x="567690" y="3"/>
                  </a:cubicBezTo>
                  <a:cubicBezTo>
                    <a:pt x="254318" y="-950"/>
                    <a:pt x="0" y="253368"/>
                    <a:pt x="0" y="567693"/>
                  </a:cubicBezTo>
                  <a:cubicBezTo>
                    <a:pt x="0" y="881065"/>
                    <a:pt x="254318" y="1135383"/>
                    <a:pt x="567690" y="1135383"/>
                  </a:cubicBezTo>
                  <a:close/>
                  <a:moveTo>
                    <a:pt x="567690" y="74298"/>
                  </a:moveTo>
                  <a:cubicBezTo>
                    <a:pt x="840105" y="74298"/>
                    <a:pt x="1061085" y="295278"/>
                    <a:pt x="1061085" y="567693"/>
                  </a:cubicBezTo>
                  <a:cubicBezTo>
                    <a:pt x="1061085" y="840108"/>
                    <a:pt x="840105" y="1061088"/>
                    <a:pt x="567690" y="1061088"/>
                  </a:cubicBezTo>
                  <a:cubicBezTo>
                    <a:pt x="295275" y="1061088"/>
                    <a:pt x="74295" y="840108"/>
                    <a:pt x="74295" y="567693"/>
                  </a:cubicBezTo>
                  <a:cubicBezTo>
                    <a:pt x="75248" y="295278"/>
                    <a:pt x="295275" y="74298"/>
                    <a:pt x="567690" y="742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39" name="Forma libre: forma 38">
              <a:extLst>
                <a:ext uri="{FF2B5EF4-FFF2-40B4-BE49-F238E27FC236}">
                  <a16:creationId xmlns:a16="http://schemas.microsoft.com/office/drawing/2014/main" id="{87CF948C-ACB8-49D1-9F6D-6A04A61F2804}"/>
                </a:ext>
              </a:extLst>
            </p:cNvPr>
            <p:cNvSpPr/>
            <p:nvPr/>
          </p:nvSpPr>
          <p:spPr>
            <a:xfrm>
              <a:off x="5517833" y="4024313"/>
              <a:ext cx="133350" cy="142875"/>
            </a:xfrm>
            <a:custGeom>
              <a:avLst/>
              <a:gdLst>
                <a:gd name="connsiteX0" fmla="*/ 70485 w 133350"/>
                <a:gd name="connsiteY0" fmla="*/ 26670 h 142875"/>
                <a:gd name="connsiteX1" fmla="*/ 101918 w 133350"/>
                <a:gd name="connsiteY1" fmla="*/ 51435 h 142875"/>
                <a:gd name="connsiteX2" fmla="*/ 132398 w 133350"/>
                <a:gd name="connsiteY2" fmla="*/ 51435 h 142875"/>
                <a:gd name="connsiteX3" fmla="*/ 70485 w 133350"/>
                <a:gd name="connsiteY3" fmla="*/ 0 h 142875"/>
                <a:gd name="connsiteX4" fmla="*/ 0 w 133350"/>
                <a:gd name="connsiteY4" fmla="*/ 76200 h 142875"/>
                <a:gd name="connsiteX5" fmla="*/ 70485 w 133350"/>
                <a:gd name="connsiteY5" fmla="*/ 150495 h 142875"/>
                <a:gd name="connsiteX6" fmla="*/ 133350 w 133350"/>
                <a:gd name="connsiteY6" fmla="*/ 91440 h 142875"/>
                <a:gd name="connsiteX7" fmla="*/ 102870 w 133350"/>
                <a:gd name="connsiteY7" fmla="*/ 91440 h 142875"/>
                <a:gd name="connsiteX8" fmla="*/ 70485 w 133350"/>
                <a:gd name="connsiteY8" fmla="*/ 123825 h 142875"/>
                <a:gd name="connsiteX9" fmla="*/ 31432 w 133350"/>
                <a:gd name="connsiteY9" fmla="*/ 76200 h 142875"/>
                <a:gd name="connsiteX10" fmla="*/ 70485 w 133350"/>
                <a:gd name="connsiteY10" fmla="*/ 266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50" h="142875">
                  <a:moveTo>
                    <a:pt x="70485" y="26670"/>
                  </a:moveTo>
                  <a:cubicBezTo>
                    <a:pt x="85725" y="26670"/>
                    <a:pt x="100013" y="37147"/>
                    <a:pt x="101918" y="51435"/>
                  </a:cubicBezTo>
                  <a:lnTo>
                    <a:pt x="132398" y="51435"/>
                  </a:lnTo>
                  <a:cubicBezTo>
                    <a:pt x="128588" y="18097"/>
                    <a:pt x="101918" y="0"/>
                    <a:pt x="70485" y="0"/>
                  </a:cubicBezTo>
                  <a:cubicBezTo>
                    <a:pt x="25718" y="0"/>
                    <a:pt x="0" y="33338"/>
                    <a:pt x="0" y="76200"/>
                  </a:cubicBezTo>
                  <a:cubicBezTo>
                    <a:pt x="0" y="117158"/>
                    <a:pt x="25718" y="150495"/>
                    <a:pt x="70485" y="150495"/>
                  </a:cubicBezTo>
                  <a:cubicBezTo>
                    <a:pt x="105728" y="150495"/>
                    <a:pt x="130493" y="127635"/>
                    <a:pt x="133350" y="91440"/>
                  </a:cubicBezTo>
                  <a:lnTo>
                    <a:pt x="102870" y="91440"/>
                  </a:lnTo>
                  <a:cubicBezTo>
                    <a:pt x="100965" y="110490"/>
                    <a:pt x="89535" y="123825"/>
                    <a:pt x="70485" y="123825"/>
                  </a:cubicBezTo>
                  <a:cubicBezTo>
                    <a:pt x="41910" y="123825"/>
                    <a:pt x="31432" y="100013"/>
                    <a:pt x="31432" y="76200"/>
                  </a:cubicBezTo>
                  <a:cubicBezTo>
                    <a:pt x="31432" y="51435"/>
                    <a:pt x="41910" y="26670"/>
                    <a:pt x="70485" y="266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0" name="Forma libre: forma 39">
              <a:extLst>
                <a:ext uri="{FF2B5EF4-FFF2-40B4-BE49-F238E27FC236}">
                  <a16:creationId xmlns:a16="http://schemas.microsoft.com/office/drawing/2014/main" id="{87669AA1-9AAF-436D-AFBA-F8D3796DCB61}"/>
                </a:ext>
              </a:extLst>
            </p:cNvPr>
            <p:cNvSpPr/>
            <p:nvPr/>
          </p:nvSpPr>
          <p:spPr>
            <a:xfrm>
              <a:off x="5663565" y="4064317"/>
              <a:ext cx="104775" cy="104775"/>
            </a:xfrm>
            <a:custGeom>
              <a:avLst/>
              <a:gdLst>
                <a:gd name="connsiteX0" fmla="*/ 0 w 104775"/>
                <a:gd name="connsiteY0" fmla="*/ 55245 h 104775"/>
                <a:gd name="connsiteX1" fmla="*/ 53340 w 104775"/>
                <a:gd name="connsiteY1" fmla="*/ 109538 h 104775"/>
                <a:gd name="connsiteX2" fmla="*/ 107632 w 104775"/>
                <a:gd name="connsiteY2" fmla="*/ 55245 h 104775"/>
                <a:gd name="connsiteX3" fmla="*/ 53340 w 104775"/>
                <a:gd name="connsiteY3" fmla="*/ 0 h 104775"/>
                <a:gd name="connsiteX4" fmla="*/ 0 w 104775"/>
                <a:gd name="connsiteY4" fmla="*/ 55245 h 104775"/>
                <a:gd name="connsiteX5" fmla="*/ 79057 w 104775"/>
                <a:gd name="connsiteY5" fmla="*/ 55245 h 104775"/>
                <a:gd name="connsiteX6" fmla="*/ 53340 w 104775"/>
                <a:gd name="connsiteY6" fmla="*/ 88583 h 104775"/>
                <a:gd name="connsiteX7" fmla="*/ 28575 w 104775"/>
                <a:gd name="connsiteY7" fmla="*/ 55245 h 104775"/>
                <a:gd name="connsiteX8" fmla="*/ 53340 w 104775"/>
                <a:gd name="connsiteY8" fmla="*/ 21908 h 104775"/>
                <a:gd name="connsiteX9" fmla="*/ 79057 w 104775"/>
                <a:gd name="connsiteY9" fmla="*/ 55245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0" y="55245"/>
                  </a:move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2" y="87630"/>
                    <a:pt x="107632" y="55245"/>
                  </a:cubicBezTo>
                  <a:cubicBezTo>
                    <a:pt x="107632" y="21908"/>
                    <a:pt x="86678" y="0"/>
                    <a:pt x="53340" y="0"/>
                  </a:cubicBezTo>
                  <a:cubicBezTo>
                    <a:pt x="20955" y="953"/>
                    <a:pt x="0" y="21908"/>
                    <a:pt x="0" y="55245"/>
                  </a:cubicBezTo>
                  <a:close/>
                  <a:moveTo>
                    <a:pt x="79057" y="55245"/>
                  </a:moveTo>
                  <a:cubicBezTo>
                    <a:pt x="79057" y="71438"/>
                    <a:pt x="73342" y="88583"/>
                    <a:pt x="53340" y="88583"/>
                  </a:cubicBezTo>
                  <a:cubicBezTo>
                    <a:pt x="34290" y="88583"/>
                    <a:pt x="28575" y="71438"/>
                    <a:pt x="28575" y="55245"/>
                  </a:cubicBezTo>
                  <a:cubicBezTo>
                    <a:pt x="28575" y="38100"/>
                    <a:pt x="34290" y="21908"/>
                    <a:pt x="53340" y="21908"/>
                  </a:cubicBezTo>
                  <a:cubicBezTo>
                    <a:pt x="73342" y="21908"/>
                    <a:pt x="79057" y="39053"/>
                    <a:pt x="79057" y="552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1" name="Forma libre: forma 40">
              <a:extLst>
                <a:ext uri="{FF2B5EF4-FFF2-40B4-BE49-F238E27FC236}">
                  <a16:creationId xmlns:a16="http://schemas.microsoft.com/office/drawing/2014/main" id="{5BC05D66-F451-435B-9CF5-ABA80BE9D356}"/>
                </a:ext>
              </a:extLst>
            </p:cNvPr>
            <p:cNvSpPr/>
            <p:nvPr/>
          </p:nvSpPr>
          <p:spPr>
            <a:xfrm>
              <a:off x="5788343" y="4064317"/>
              <a:ext cx="66675" cy="104775"/>
            </a:xfrm>
            <a:custGeom>
              <a:avLst/>
              <a:gdLst>
                <a:gd name="connsiteX0" fmla="*/ 0 w 66675"/>
                <a:gd name="connsiteY0" fmla="*/ 3810 h 104775"/>
                <a:gd name="connsiteX1" fmla="*/ 0 w 66675"/>
                <a:gd name="connsiteY1" fmla="*/ 107633 h 104775"/>
                <a:gd name="connsiteX2" fmla="*/ 28575 w 66675"/>
                <a:gd name="connsiteY2" fmla="*/ 107633 h 104775"/>
                <a:gd name="connsiteX3" fmla="*/ 28575 w 66675"/>
                <a:gd name="connsiteY3" fmla="*/ 60008 h 104775"/>
                <a:gd name="connsiteX4" fmla="*/ 57150 w 66675"/>
                <a:gd name="connsiteY4" fmla="*/ 26670 h 104775"/>
                <a:gd name="connsiteX5" fmla="*/ 67627 w 66675"/>
                <a:gd name="connsiteY5" fmla="*/ 27623 h 104775"/>
                <a:gd name="connsiteX6" fmla="*/ 67627 w 66675"/>
                <a:gd name="connsiteY6" fmla="*/ 953 h 104775"/>
                <a:gd name="connsiteX7" fmla="*/ 60960 w 66675"/>
                <a:gd name="connsiteY7" fmla="*/ 0 h 104775"/>
                <a:gd name="connsiteX8" fmla="*/ 27622 w 66675"/>
                <a:gd name="connsiteY8" fmla="*/ 21908 h 104775"/>
                <a:gd name="connsiteX9" fmla="*/ 27622 w 66675"/>
                <a:gd name="connsiteY9" fmla="*/ 21908 h 104775"/>
                <a:gd name="connsiteX10" fmla="*/ 27622 w 66675"/>
                <a:gd name="connsiteY10" fmla="*/ 2858 h 104775"/>
                <a:gd name="connsiteX11" fmla="*/ 0 w 66675"/>
                <a:gd name="connsiteY11" fmla="*/ 285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104775">
                  <a:moveTo>
                    <a:pt x="0" y="3810"/>
                  </a:moveTo>
                  <a:lnTo>
                    <a:pt x="0" y="107633"/>
                  </a:lnTo>
                  <a:lnTo>
                    <a:pt x="28575" y="107633"/>
                  </a:lnTo>
                  <a:lnTo>
                    <a:pt x="28575" y="60008"/>
                  </a:lnTo>
                  <a:cubicBezTo>
                    <a:pt x="28575" y="41910"/>
                    <a:pt x="36195" y="26670"/>
                    <a:pt x="57150" y="26670"/>
                  </a:cubicBezTo>
                  <a:cubicBezTo>
                    <a:pt x="60960" y="26670"/>
                    <a:pt x="64770" y="26670"/>
                    <a:pt x="67627" y="27623"/>
                  </a:cubicBezTo>
                  <a:lnTo>
                    <a:pt x="67627" y="953"/>
                  </a:lnTo>
                  <a:cubicBezTo>
                    <a:pt x="65722" y="0"/>
                    <a:pt x="63818" y="0"/>
                    <a:pt x="60960" y="0"/>
                  </a:cubicBezTo>
                  <a:cubicBezTo>
                    <a:pt x="46672" y="0"/>
                    <a:pt x="33338" y="9525"/>
                    <a:pt x="27622" y="21908"/>
                  </a:cubicBezTo>
                  <a:lnTo>
                    <a:pt x="27622" y="21908"/>
                  </a:lnTo>
                  <a:lnTo>
                    <a:pt x="27622" y="2858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2" name="Forma libre: forma 41">
              <a:extLst>
                <a:ext uri="{FF2B5EF4-FFF2-40B4-BE49-F238E27FC236}">
                  <a16:creationId xmlns:a16="http://schemas.microsoft.com/office/drawing/2014/main" id="{968A7BBF-AA62-40FD-9CA6-87507D7A9A10}"/>
                </a:ext>
              </a:extLst>
            </p:cNvPr>
            <p:cNvSpPr/>
            <p:nvPr/>
          </p:nvSpPr>
          <p:spPr>
            <a:xfrm>
              <a:off x="5870257" y="4065270"/>
              <a:ext cx="104775" cy="142875"/>
            </a:xfrm>
            <a:custGeom>
              <a:avLst/>
              <a:gdLst>
                <a:gd name="connsiteX0" fmla="*/ 0 w 104775"/>
                <a:gd name="connsiteY0" fmla="*/ 2858 h 142875"/>
                <a:gd name="connsiteX1" fmla="*/ 0 w 104775"/>
                <a:gd name="connsiteY1" fmla="*/ 143827 h 142875"/>
                <a:gd name="connsiteX2" fmla="*/ 28575 w 104775"/>
                <a:gd name="connsiteY2" fmla="*/ 143827 h 142875"/>
                <a:gd name="connsiteX3" fmla="*/ 28575 w 104775"/>
                <a:gd name="connsiteY3" fmla="*/ 94297 h 142875"/>
                <a:gd name="connsiteX4" fmla="*/ 28575 w 104775"/>
                <a:gd name="connsiteY4" fmla="*/ 94297 h 142875"/>
                <a:gd name="connsiteX5" fmla="*/ 60007 w 104775"/>
                <a:gd name="connsiteY5" fmla="*/ 109538 h 142875"/>
                <a:gd name="connsiteX6" fmla="*/ 105728 w 104775"/>
                <a:gd name="connsiteY6" fmla="*/ 56197 h 142875"/>
                <a:gd name="connsiteX7" fmla="*/ 58103 w 104775"/>
                <a:gd name="connsiteY7" fmla="*/ 0 h 142875"/>
                <a:gd name="connsiteX8" fmla="*/ 27623 w 104775"/>
                <a:gd name="connsiteY8" fmla="*/ 16192 h 142875"/>
                <a:gd name="connsiteX9" fmla="*/ 27623 w 104775"/>
                <a:gd name="connsiteY9" fmla="*/ 16192 h 142875"/>
                <a:gd name="connsiteX10" fmla="*/ 27623 w 104775"/>
                <a:gd name="connsiteY10" fmla="*/ 2858 h 142875"/>
                <a:gd name="connsiteX11" fmla="*/ 0 w 104775"/>
                <a:gd name="connsiteY11" fmla="*/ 2858 h 142875"/>
                <a:gd name="connsiteX12" fmla="*/ 52388 w 104775"/>
                <a:gd name="connsiteY12" fmla="*/ 20955 h 142875"/>
                <a:gd name="connsiteX13" fmla="*/ 77153 w 104775"/>
                <a:gd name="connsiteY13" fmla="*/ 54292 h 142875"/>
                <a:gd name="connsiteX14" fmla="*/ 52388 w 104775"/>
                <a:gd name="connsiteY14" fmla="*/ 87630 h 142875"/>
                <a:gd name="connsiteX15" fmla="*/ 27623 w 104775"/>
                <a:gd name="connsiteY15" fmla="*/ 54292 h 142875"/>
                <a:gd name="connsiteX16" fmla="*/ 52388 w 104775"/>
                <a:gd name="connsiteY16" fmla="*/ 2095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142875">
                  <a:moveTo>
                    <a:pt x="0" y="2858"/>
                  </a:moveTo>
                  <a:lnTo>
                    <a:pt x="0" y="143827"/>
                  </a:lnTo>
                  <a:lnTo>
                    <a:pt x="28575" y="143827"/>
                  </a:lnTo>
                  <a:lnTo>
                    <a:pt x="28575" y="94297"/>
                  </a:lnTo>
                  <a:lnTo>
                    <a:pt x="28575" y="94297"/>
                  </a:lnTo>
                  <a:cubicBezTo>
                    <a:pt x="35243" y="104775"/>
                    <a:pt x="47625" y="109538"/>
                    <a:pt x="60007" y="109538"/>
                  </a:cubicBezTo>
                  <a:cubicBezTo>
                    <a:pt x="90488" y="109538"/>
                    <a:pt x="105728" y="83820"/>
                    <a:pt x="105728" y="56197"/>
                  </a:cubicBezTo>
                  <a:cubicBezTo>
                    <a:pt x="105728" y="26670"/>
                    <a:pt x="91440" y="0"/>
                    <a:pt x="58103" y="0"/>
                  </a:cubicBezTo>
                  <a:cubicBezTo>
                    <a:pt x="45720" y="0"/>
                    <a:pt x="34290" y="4763"/>
                    <a:pt x="27623" y="16192"/>
                  </a:cubicBezTo>
                  <a:lnTo>
                    <a:pt x="27623" y="16192"/>
                  </a:lnTo>
                  <a:lnTo>
                    <a:pt x="27623" y="2858"/>
                  </a:lnTo>
                  <a:lnTo>
                    <a:pt x="0" y="2858"/>
                  </a:lnTo>
                  <a:close/>
                  <a:moveTo>
                    <a:pt x="52388" y="20955"/>
                  </a:moveTo>
                  <a:cubicBezTo>
                    <a:pt x="70485" y="20955"/>
                    <a:pt x="77153" y="38100"/>
                    <a:pt x="77153" y="54292"/>
                  </a:cubicBezTo>
                  <a:cubicBezTo>
                    <a:pt x="77153" y="71438"/>
                    <a:pt x="71438" y="87630"/>
                    <a:pt x="52388" y="87630"/>
                  </a:cubicBezTo>
                  <a:cubicBezTo>
                    <a:pt x="34290" y="87630"/>
                    <a:pt x="27623" y="71438"/>
                    <a:pt x="27623" y="54292"/>
                  </a:cubicBezTo>
                  <a:cubicBezTo>
                    <a:pt x="27623" y="38100"/>
                    <a:pt x="33338" y="20955"/>
                    <a:pt x="52388" y="2095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3" name="Forma libre: forma 42">
              <a:extLst>
                <a:ext uri="{FF2B5EF4-FFF2-40B4-BE49-F238E27FC236}">
                  <a16:creationId xmlns:a16="http://schemas.microsoft.com/office/drawing/2014/main" id="{B54D708C-20DE-49E9-821E-514A56F1434A}"/>
                </a:ext>
              </a:extLst>
            </p:cNvPr>
            <p:cNvSpPr/>
            <p:nvPr/>
          </p:nvSpPr>
          <p:spPr>
            <a:xfrm>
              <a:off x="5990273" y="4065270"/>
              <a:ext cx="104775" cy="104775"/>
            </a:xfrm>
            <a:custGeom>
              <a:avLst/>
              <a:gdLst>
                <a:gd name="connsiteX0" fmla="*/ 53340 w 104775"/>
                <a:gd name="connsiteY0" fmla="*/ 0 h 104775"/>
                <a:gd name="connsiteX1" fmla="*/ 0 w 104775"/>
                <a:gd name="connsiteY1" fmla="*/ 55245 h 104775"/>
                <a:gd name="connsiteX2" fmla="*/ 53340 w 104775"/>
                <a:gd name="connsiteY2" fmla="*/ 109538 h 104775"/>
                <a:gd name="connsiteX3" fmla="*/ 107632 w 104775"/>
                <a:gd name="connsiteY3" fmla="*/ 55245 h 104775"/>
                <a:gd name="connsiteX4" fmla="*/ 53340 w 104775"/>
                <a:gd name="connsiteY4" fmla="*/ 0 h 104775"/>
                <a:gd name="connsiteX5" fmla="*/ 53340 w 104775"/>
                <a:gd name="connsiteY5" fmla="*/ 87630 h 104775"/>
                <a:gd name="connsiteX6" fmla="*/ 28575 w 104775"/>
                <a:gd name="connsiteY6" fmla="*/ 54292 h 104775"/>
                <a:gd name="connsiteX7" fmla="*/ 53340 w 104775"/>
                <a:gd name="connsiteY7" fmla="*/ 20955 h 104775"/>
                <a:gd name="connsiteX8" fmla="*/ 79057 w 104775"/>
                <a:gd name="connsiteY8" fmla="*/ 54292 h 104775"/>
                <a:gd name="connsiteX9" fmla="*/ 53340 w 104775"/>
                <a:gd name="connsiteY9" fmla="*/ 8763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775" h="104775">
                  <a:moveTo>
                    <a:pt x="53340" y="0"/>
                  </a:moveTo>
                  <a:cubicBezTo>
                    <a:pt x="20955" y="0"/>
                    <a:pt x="0" y="21908"/>
                    <a:pt x="0" y="55245"/>
                  </a:cubicBezTo>
                  <a:cubicBezTo>
                    <a:pt x="0" y="88583"/>
                    <a:pt x="20955" y="109538"/>
                    <a:pt x="53340" y="109538"/>
                  </a:cubicBezTo>
                  <a:cubicBezTo>
                    <a:pt x="85725" y="109538"/>
                    <a:pt x="107632" y="87630"/>
                    <a:pt x="107632" y="55245"/>
                  </a:cubicBezTo>
                  <a:cubicBezTo>
                    <a:pt x="106680" y="20955"/>
                    <a:pt x="85725" y="0"/>
                    <a:pt x="53340" y="0"/>
                  </a:cubicBezTo>
                  <a:close/>
                  <a:moveTo>
                    <a:pt x="53340" y="87630"/>
                  </a:moveTo>
                  <a:cubicBezTo>
                    <a:pt x="34290" y="87630"/>
                    <a:pt x="28575" y="70485"/>
                    <a:pt x="28575" y="54292"/>
                  </a:cubicBezTo>
                  <a:cubicBezTo>
                    <a:pt x="28575" y="37147"/>
                    <a:pt x="34290" y="20955"/>
                    <a:pt x="53340" y="20955"/>
                  </a:cubicBezTo>
                  <a:cubicBezTo>
                    <a:pt x="72390" y="20955"/>
                    <a:pt x="79057" y="38100"/>
                    <a:pt x="79057" y="54292"/>
                  </a:cubicBezTo>
                  <a:cubicBezTo>
                    <a:pt x="78105" y="70485"/>
                    <a:pt x="72390" y="87630"/>
                    <a:pt x="53340" y="876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4" name="Forma libre: forma 43">
              <a:extLst>
                <a:ext uri="{FF2B5EF4-FFF2-40B4-BE49-F238E27FC236}">
                  <a16:creationId xmlns:a16="http://schemas.microsoft.com/office/drawing/2014/main" id="{EB8F3B4A-0BCF-4A78-9905-5B55C5BCB718}"/>
                </a:ext>
              </a:extLst>
            </p:cNvPr>
            <p:cNvSpPr/>
            <p:nvPr/>
          </p:nvSpPr>
          <p:spPr>
            <a:xfrm>
              <a:off x="6116002" y="4064317"/>
              <a:ext cx="66675" cy="104775"/>
            </a:xfrm>
            <a:custGeom>
              <a:avLst/>
              <a:gdLst>
                <a:gd name="connsiteX0" fmla="*/ 0 w 66675"/>
                <a:gd name="connsiteY0" fmla="*/ 3810 h 104775"/>
                <a:gd name="connsiteX1" fmla="*/ 0 w 66675"/>
                <a:gd name="connsiteY1" fmla="*/ 107633 h 104775"/>
                <a:gd name="connsiteX2" fmla="*/ 28575 w 66675"/>
                <a:gd name="connsiteY2" fmla="*/ 107633 h 104775"/>
                <a:gd name="connsiteX3" fmla="*/ 28575 w 66675"/>
                <a:gd name="connsiteY3" fmla="*/ 60008 h 104775"/>
                <a:gd name="connsiteX4" fmla="*/ 57150 w 66675"/>
                <a:gd name="connsiteY4" fmla="*/ 26670 h 104775"/>
                <a:gd name="connsiteX5" fmla="*/ 67627 w 66675"/>
                <a:gd name="connsiteY5" fmla="*/ 27623 h 104775"/>
                <a:gd name="connsiteX6" fmla="*/ 67627 w 66675"/>
                <a:gd name="connsiteY6" fmla="*/ 953 h 104775"/>
                <a:gd name="connsiteX7" fmla="*/ 60960 w 66675"/>
                <a:gd name="connsiteY7" fmla="*/ 0 h 104775"/>
                <a:gd name="connsiteX8" fmla="*/ 27623 w 66675"/>
                <a:gd name="connsiteY8" fmla="*/ 21908 h 104775"/>
                <a:gd name="connsiteX9" fmla="*/ 27623 w 66675"/>
                <a:gd name="connsiteY9" fmla="*/ 21908 h 104775"/>
                <a:gd name="connsiteX10" fmla="*/ 27623 w 66675"/>
                <a:gd name="connsiteY10" fmla="*/ 2858 h 104775"/>
                <a:gd name="connsiteX11" fmla="*/ 0 w 66675"/>
                <a:gd name="connsiteY11" fmla="*/ 2858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6675" h="104775">
                  <a:moveTo>
                    <a:pt x="0" y="3810"/>
                  </a:moveTo>
                  <a:lnTo>
                    <a:pt x="0" y="107633"/>
                  </a:lnTo>
                  <a:lnTo>
                    <a:pt x="28575" y="107633"/>
                  </a:lnTo>
                  <a:lnTo>
                    <a:pt x="28575" y="60008"/>
                  </a:lnTo>
                  <a:cubicBezTo>
                    <a:pt x="28575" y="41910"/>
                    <a:pt x="36195" y="26670"/>
                    <a:pt x="57150" y="26670"/>
                  </a:cubicBezTo>
                  <a:cubicBezTo>
                    <a:pt x="60960" y="26670"/>
                    <a:pt x="64770" y="26670"/>
                    <a:pt x="67627" y="27623"/>
                  </a:cubicBezTo>
                  <a:lnTo>
                    <a:pt x="67627" y="953"/>
                  </a:lnTo>
                  <a:cubicBezTo>
                    <a:pt x="65723" y="0"/>
                    <a:pt x="63818" y="0"/>
                    <a:pt x="60960" y="0"/>
                  </a:cubicBezTo>
                  <a:cubicBezTo>
                    <a:pt x="46673" y="0"/>
                    <a:pt x="33338" y="9525"/>
                    <a:pt x="27623" y="21908"/>
                  </a:cubicBezTo>
                  <a:lnTo>
                    <a:pt x="27623" y="21908"/>
                  </a:lnTo>
                  <a:lnTo>
                    <a:pt x="27623" y="2858"/>
                  </a:ln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5" name="Forma libre: forma 44">
              <a:extLst>
                <a:ext uri="{FF2B5EF4-FFF2-40B4-BE49-F238E27FC236}">
                  <a16:creationId xmlns:a16="http://schemas.microsoft.com/office/drawing/2014/main" id="{F066640D-7A08-4787-ADA5-6CDEB358F3CB}"/>
                </a:ext>
              </a:extLst>
            </p:cNvPr>
            <p:cNvSpPr/>
            <p:nvPr/>
          </p:nvSpPr>
          <p:spPr>
            <a:xfrm>
              <a:off x="6189345" y="4065270"/>
              <a:ext cx="95250" cy="104775"/>
            </a:xfrm>
            <a:custGeom>
              <a:avLst/>
              <a:gdLst>
                <a:gd name="connsiteX0" fmla="*/ 35242 w 95250"/>
                <a:gd name="connsiteY0" fmla="*/ 46672 h 104775"/>
                <a:gd name="connsiteX1" fmla="*/ 0 w 95250"/>
                <a:gd name="connsiteY1" fmla="*/ 78105 h 104775"/>
                <a:gd name="connsiteX2" fmla="*/ 35242 w 95250"/>
                <a:gd name="connsiteY2" fmla="*/ 109538 h 104775"/>
                <a:gd name="connsiteX3" fmla="*/ 70485 w 95250"/>
                <a:gd name="connsiteY3" fmla="*/ 96202 h 104775"/>
                <a:gd name="connsiteX4" fmla="*/ 72390 w 95250"/>
                <a:gd name="connsiteY4" fmla="*/ 106680 h 104775"/>
                <a:gd name="connsiteX5" fmla="*/ 100965 w 95250"/>
                <a:gd name="connsiteY5" fmla="*/ 106680 h 104775"/>
                <a:gd name="connsiteX6" fmla="*/ 97155 w 95250"/>
                <a:gd name="connsiteY6" fmla="*/ 83820 h 104775"/>
                <a:gd name="connsiteX7" fmla="*/ 97155 w 95250"/>
                <a:gd name="connsiteY7" fmla="*/ 29527 h 104775"/>
                <a:gd name="connsiteX8" fmla="*/ 51435 w 95250"/>
                <a:gd name="connsiteY8" fmla="*/ 0 h 104775"/>
                <a:gd name="connsiteX9" fmla="*/ 2857 w 95250"/>
                <a:gd name="connsiteY9" fmla="*/ 35242 h 104775"/>
                <a:gd name="connsiteX10" fmla="*/ 31432 w 95250"/>
                <a:gd name="connsiteY10" fmla="*/ 35242 h 104775"/>
                <a:gd name="connsiteX11" fmla="*/ 50482 w 95250"/>
                <a:gd name="connsiteY11" fmla="*/ 20002 h 104775"/>
                <a:gd name="connsiteX12" fmla="*/ 68580 w 95250"/>
                <a:gd name="connsiteY12" fmla="*/ 34290 h 104775"/>
                <a:gd name="connsiteX13" fmla="*/ 35242 w 95250"/>
                <a:gd name="connsiteY13" fmla="*/ 46672 h 104775"/>
                <a:gd name="connsiteX14" fmla="*/ 69532 w 95250"/>
                <a:gd name="connsiteY14" fmla="*/ 65722 h 104775"/>
                <a:gd name="connsiteX15" fmla="*/ 46672 w 95250"/>
                <a:gd name="connsiteY15" fmla="*/ 89535 h 104775"/>
                <a:gd name="connsiteX16" fmla="*/ 29527 w 95250"/>
                <a:gd name="connsiteY16" fmla="*/ 76200 h 104775"/>
                <a:gd name="connsiteX17" fmla="*/ 46672 w 95250"/>
                <a:gd name="connsiteY17" fmla="*/ 60960 h 104775"/>
                <a:gd name="connsiteX18" fmla="*/ 70485 w 95250"/>
                <a:gd name="connsiteY18" fmla="*/ 55245 h 104775"/>
                <a:gd name="connsiteX19" fmla="*/ 70485 w 95250"/>
                <a:gd name="connsiteY19" fmla="*/ 65722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5250" h="104775">
                  <a:moveTo>
                    <a:pt x="35242" y="46672"/>
                  </a:moveTo>
                  <a:cubicBezTo>
                    <a:pt x="17145" y="49530"/>
                    <a:pt x="0" y="54292"/>
                    <a:pt x="0" y="78105"/>
                  </a:cubicBezTo>
                  <a:cubicBezTo>
                    <a:pt x="0" y="99060"/>
                    <a:pt x="15240" y="109538"/>
                    <a:pt x="35242" y="109538"/>
                  </a:cubicBezTo>
                  <a:cubicBezTo>
                    <a:pt x="47625" y="109538"/>
                    <a:pt x="60960" y="105727"/>
                    <a:pt x="70485" y="96202"/>
                  </a:cubicBezTo>
                  <a:cubicBezTo>
                    <a:pt x="70485" y="100013"/>
                    <a:pt x="71438" y="102870"/>
                    <a:pt x="72390" y="106680"/>
                  </a:cubicBezTo>
                  <a:lnTo>
                    <a:pt x="100965" y="106680"/>
                  </a:lnTo>
                  <a:cubicBezTo>
                    <a:pt x="98107" y="102870"/>
                    <a:pt x="97155" y="93345"/>
                    <a:pt x="97155" y="83820"/>
                  </a:cubicBezTo>
                  <a:lnTo>
                    <a:pt x="97155" y="29527"/>
                  </a:lnTo>
                  <a:cubicBezTo>
                    <a:pt x="97155" y="4763"/>
                    <a:pt x="72390" y="0"/>
                    <a:pt x="51435" y="0"/>
                  </a:cubicBezTo>
                  <a:cubicBezTo>
                    <a:pt x="28575" y="0"/>
                    <a:pt x="3810" y="7620"/>
                    <a:pt x="2857" y="35242"/>
                  </a:cubicBezTo>
                  <a:lnTo>
                    <a:pt x="31432" y="35242"/>
                  </a:lnTo>
                  <a:cubicBezTo>
                    <a:pt x="32385" y="23813"/>
                    <a:pt x="39052" y="20002"/>
                    <a:pt x="50482" y="20002"/>
                  </a:cubicBezTo>
                  <a:cubicBezTo>
                    <a:pt x="60960" y="20002"/>
                    <a:pt x="68580" y="21908"/>
                    <a:pt x="68580" y="34290"/>
                  </a:cubicBezTo>
                  <a:cubicBezTo>
                    <a:pt x="69532" y="44767"/>
                    <a:pt x="53340" y="43815"/>
                    <a:pt x="35242" y="46672"/>
                  </a:cubicBezTo>
                  <a:close/>
                  <a:moveTo>
                    <a:pt x="69532" y="65722"/>
                  </a:moveTo>
                  <a:cubicBezTo>
                    <a:pt x="69532" y="72390"/>
                    <a:pt x="68580" y="89535"/>
                    <a:pt x="46672" y="89535"/>
                  </a:cubicBezTo>
                  <a:cubicBezTo>
                    <a:pt x="37147" y="89535"/>
                    <a:pt x="29527" y="86677"/>
                    <a:pt x="29527" y="76200"/>
                  </a:cubicBezTo>
                  <a:cubicBezTo>
                    <a:pt x="29527" y="65722"/>
                    <a:pt x="37147" y="62865"/>
                    <a:pt x="46672" y="60960"/>
                  </a:cubicBezTo>
                  <a:cubicBezTo>
                    <a:pt x="55245" y="59055"/>
                    <a:pt x="65722" y="59055"/>
                    <a:pt x="70485" y="55245"/>
                  </a:cubicBezTo>
                  <a:lnTo>
                    <a:pt x="70485" y="657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46" name="Forma libre: forma 45">
              <a:extLst>
                <a:ext uri="{FF2B5EF4-FFF2-40B4-BE49-F238E27FC236}">
                  <a16:creationId xmlns:a16="http://schemas.microsoft.com/office/drawing/2014/main" id="{3C288112-4621-42F0-86BA-8C3D96B146A9}"/>
                </a:ext>
              </a:extLst>
            </p:cNvPr>
            <p:cNvSpPr/>
            <p:nvPr/>
          </p:nvSpPr>
          <p:spPr>
            <a:xfrm>
              <a:off x="6299835" y="4036695"/>
              <a:ext cx="66675" cy="133350"/>
            </a:xfrm>
            <a:custGeom>
              <a:avLst/>
              <a:gdLst>
                <a:gd name="connsiteX0" fmla="*/ 66675 w 66675"/>
                <a:gd name="connsiteY0" fmla="*/ 50483 h 133350"/>
                <a:gd name="connsiteX1" fmla="*/ 66675 w 66675"/>
                <a:gd name="connsiteY1" fmla="*/ 31433 h 133350"/>
                <a:gd name="connsiteX2" fmla="*/ 45720 w 66675"/>
                <a:gd name="connsiteY2" fmla="*/ 31433 h 133350"/>
                <a:gd name="connsiteX3" fmla="*/ 45720 w 66675"/>
                <a:gd name="connsiteY3" fmla="*/ 0 h 133350"/>
                <a:gd name="connsiteX4" fmla="*/ 17145 w 66675"/>
                <a:gd name="connsiteY4" fmla="*/ 0 h 133350"/>
                <a:gd name="connsiteX5" fmla="*/ 17145 w 66675"/>
                <a:gd name="connsiteY5" fmla="*/ 31433 h 133350"/>
                <a:gd name="connsiteX6" fmla="*/ 0 w 66675"/>
                <a:gd name="connsiteY6" fmla="*/ 31433 h 133350"/>
                <a:gd name="connsiteX7" fmla="*/ 0 w 66675"/>
                <a:gd name="connsiteY7" fmla="*/ 50483 h 133350"/>
                <a:gd name="connsiteX8" fmla="*/ 17145 w 66675"/>
                <a:gd name="connsiteY8" fmla="*/ 50483 h 133350"/>
                <a:gd name="connsiteX9" fmla="*/ 17145 w 66675"/>
                <a:gd name="connsiteY9" fmla="*/ 111442 h 133350"/>
                <a:gd name="connsiteX10" fmla="*/ 49530 w 66675"/>
                <a:gd name="connsiteY10" fmla="*/ 136208 h 133350"/>
                <a:gd name="connsiteX11" fmla="*/ 66675 w 66675"/>
                <a:gd name="connsiteY11" fmla="*/ 135255 h 133350"/>
                <a:gd name="connsiteX12" fmla="*/ 66675 w 66675"/>
                <a:gd name="connsiteY12" fmla="*/ 113347 h 133350"/>
                <a:gd name="connsiteX13" fmla="*/ 58102 w 66675"/>
                <a:gd name="connsiteY13" fmla="*/ 114300 h 133350"/>
                <a:gd name="connsiteX14" fmla="*/ 45720 w 66675"/>
                <a:gd name="connsiteY14" fmla="*/ 101917 h 133350"/>
                <a:gd name="connsiteX15" fmla="*/ 45720 w 66675"/>
                <a:gd name="connsiteY15" fmla="*/ 50483 h 133350"/>
                <a:gd name="connsiteX16" fmla="*/ 66675 w 66675"/>
                <a:gd name="connsiteY16" fmla="*/ 50483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133350">
                  <a:moveTo>
                    <a:pt x="66675" y="50483"/>
                  </a:moveTo>
                  <a:lnTo>
                    <a:pt x="66675" y="31433"/>
                  </a:lnTo>
                  <a:lnTo>
                    <a:pt x="45720" y="31433"/>
                  </a:lnTo>
                  <a:lnTo>
                    <a:pt x="45720" y="0"/>
                  </a:lnTo>
                  <a:lnTo>
                    <a:pt x="17145" y="0"/>
                  </a:lnTo>
                  <a:lnTo>
                    <a:pt x="17145" y="31433"/>
                  </a:lnTo>
                  <a:lnTo>
                    <a:pt x="0" y="31433"/>
                  </a:lnTo>
                  <a:lnTo>
                    <a:pt x="0" y="50483"/>
                  </a:lnTo>
                  <a:lnTo>
                    <a:pt x="17145" y="50483"/>
                  </a:lnTo>
                  <a:lnTo>
                    <a:pt x="17145" y="111442"/>
                  </a:lnTo>
                  <a:cubicBezTo>
                    <a:pt x="17145" y="132397"/>
                    <a:pt x="32385" y="136208"/>
                    <a:pt x="49530" y="136208"/>
                  </a:cubicBezTo>
                  <a:cubicBezTo>
                    <a:pt x="55245" y="136208"/>
                    <a:pt x="60960" y="136208"/>
                    <a:pt x="66675" y="135255"/>
                  </a:cubicBezTo>
                  <a:lnTo>
                    <a:pt x="66675" y="113347"/>
                  </a:lnTo>
                  <a:cubicBezTo>
                    <a:pt x="63817" y="114300"/>
                    <a:pt x="60960" y="114300"/>
                    <a:pt x="58102" y="114300"/>
                  </a:cubicBezTo>
                  <a:cubicBezTo>
                    <a:pt x="48577" y="114300"/>
                    <a:pt x="45720" y="111442"/>
                    <a:pt x="45720" y="101917"/>
                  </a:cubicBezTo>
                  <a:lnTo>
                    <a:pt x="45720" y="50483"/>
                  </a:lnTo>
                  <a:lnTo>
                    <a:pt x="66675" y="504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</p:grpSp>
      <p:grpSp>
        <p:nvGrpSpPr>
          <p:cNvPr id="51" name="Gráfico 47">
            <a:extLst>
              <a:ext uri="{FF2B5EF4-FFF2-40B4-BE49-F238E27FC236}">
                <a16:creationId xmlns:a16="http://schemas.microsoft.com/office/drawing/2014/main" id="{D9EC7CC7-8487-484A-A43C-A99ECB15EBAE}"/>
              </a:ext>
            </a:extLst>
          </p:cNvPr>
          <p:cNvGrpSpPr/>
          <p:nvPr/>
        </p:nvGrpSpPr>
        <p:grpSpPr>
          <a:xfrm>
            <a:off x="10476159" y="944618"/>
            <a:ext cx="1715841" cy="45719"/>
            <a:chOff x="3833043" y="1323690"/>
            <a:chExt cx="8351337" cy="38099"/>
          </a:xfrm>
          <a:solidFill>
            <a:schemeClr val="accent1"/>
          </a:solidFill>
        </p:grpSpPr>
        <p:sp>
          <p:nvSpPr>
            <p:cNvPr id="52" name="Forma libre: forma 51">
              <a:extLst>
                <a:ext uri="{FF2B5EF4-FFF2-40B4-BE49-F238E27FC236}">
                  <a16:creationId xmlns:a16="http://schemas.microsoft.com/office/drawing/2014/main" id="{7A7C4276-E4B1-4242-9034-15DF358753AB}"/>
                </a:ext>
              </a:extLst>
            </p:cNvPr>
            <p:cNvSpPr/>
            <p:nvPr/>
          </p:nvSpPr>
          <p:spPr>
            <a:xfrm>
              <a:off x="3833043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DC0C23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3" name="Forma libre: forma 52">
              <a:extLst>
                <a:ext uri="{FF2B5EF4-FFF2-40B4-BE49-F238E27FC236}">
                  <a16:creationId xmlns:a16="http://schemas.microsoft.com/office/drawing/2014/main" id="{5B2B134D-23DA-49AF-8009-E70DA9556003}"/>
                </a:ext>
              </a:extLst>
            </p:cNvPr>
            <p:cNvSpPr/>
            <p:nvPr/>
          </p:nvSpPr>
          <p:spPr>
            <a:xfrm>
              <a:off x="5497977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F18932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4" name="Forma libre: forma 53">
              <a:extLst>
                <a:ext uri="{FF2B5EF4-FFF2-40B4-BE49-F238E27FC236}">
                  <a16:creationId xmlns:a16="http://schemas.microsoft.com/office/drawing/2014/main" id="{67D45089-7674-4591-9F75-56B3746D7E07}"/>
                </a:ext>
              </a:extLst>
            </p:cNvPr>
            <p:cNvSpPr/>
            <p:nvPr/>
          </p:nvSpPr>
          <p:spPr>
            <a:xfrm>
              <a:off x="7162910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4DB05B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5" name="Forma libre: forma 54">
              <a:extLst>
                <a:ext uri="{FF2B5EF4-FFF2-40B4-BE49-F238E27FC236}">
                  <a16:creationId xmlns:a16="http://schemas.microsoft.com/office/drawing/2014/main" id="{F5D1568A-C916-4ACF-9388-62AEB4619816}"/>
                </a:ext>
              </a:extLst>
            </p:cNvPr>
            <p:cNvSpPr/>
            <p:nvPr/>
          </p:nvSpPr>
          <p:spPr>
            <a:xfrm>
              <a:off x="8827844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2DAFE6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30544C97-7755-480B-9BB4-3FA7832AB360}"/>
                </a:ext>
              </a:extLst>
            </p:cNvPr>
            <p:cNvSpPr/>
            <p:nvPr/>
          </p:nvSpPr>
          <p:spPr>
            <a:xfrm>
              <a:off x="10492777" y="1323690"/>
              <a:ext cx="1691603" cy="38099"/>
            </a:xfrm>
            <a:custGeom>
              <a:avLst/>
              <a:gdLst>
                <a:gd name="connsiteX0" fmla="*/ 0 w 1691602"/>
                <a:gd name="connsiteY0" fmla="*/ 0 h 38099"/>
                <a:gd name="connsiteX1" fmla="*/ 1696175 w 1691602"/>
                <a:gd name="connsiteY1" fmla="*/ 0 h 38099"/>
                <a:gd name="connsiteX2" fmla="*/ 1696175 w 1691602"/>
                <a:gd name="connsiteY2" fmla="*/ 41909 h 38099"/>
                <a:gd name="connsiteX3" fmla="*/ 0 w 1691602"/>
                <a:gd name="connsiteY3" fmla="*/ 41909 h 38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91602" h="38099">
                  <a:moveTo>
                    <a:pt x="0" y="0"/>
                  </a:moveTo>
                  <a:lnTo>
                    <a:pt x="1696175" y="0"/>
                  </a:lnTo>
                  <a:lnTo>
                    <a:pt x="1696175" y="41909"/>
                  </a:lnTo>
                  <a:lnTo>
                    <a:pt x="0" y="41909"/>
                  </a:lnTo>
                  <a:close/>
                </a:path>
              </a:pathLst>
            </a:custGeom>
            <a:solidFill>
              <a:srgbClr val="954B97"/>
            </a:solidFill>
            <a:ln w="7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CL"/>
            </a:p>
          </p:txBody>
        </p:sp>
      </p:grpSp>
      <p:pic>
        <p:nvPicPr>
          <p:cNvPr id="5" name="Imagen 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CCAD27E5-5139-42E0-94FE-52113DB5165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6705" y="269089"/>
            <a:ext cx="380267" cy="52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CCFA-D255-BE3A-73DD-848228D4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860AABC-854B-6909-6648-0E685058B8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2" y="4629149"/>
            <a:ext cx="6748135" cy="948367"/>
          </a:xfrm>
        </p:spPr>
        <p:txBody>
          <a:bodyPr/>
          <a:lstStyle/>
          <a:p>
            <a:r>
              <a:rPr lang="es-CL" dirty="0"/>
              <a:t>TALLER DE PROYECTO DE ESPECIALIDAD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E1A128-3189-D63C-F956-815098D6D7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CL" dirty="0"/>
              <a:t>LIENZO CANVAS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255665-A267-AE33-E8C3-A7ACEA2796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754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2DCD3BA6-9EF3-604D-A400-1E5FB418653D}"/>
              </a:ext>
            </a:extLst>
          </p:cNvPr>
          <p:cNvGrpSpPr/>
          <p:nvPr/>
        </p:nvGrpSpPr>
        <p:grpSpPr>
          <a:xfrm>
            <a:off x="0" y="-38079"/>
            <a:ext cx="2338086" cy="5000263"/>
            <a:chOff x="0" y="-11575"/>
            <a:chExt cx="2338086" cy="500026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AE23B95-2D74-9147-AF8D-0F84385E75CC}"/>
                </a:ext>
              </a:extLst>
            </p:cNvPr>
            <p:cNvSpPr/>
            <p:nvPr/>
          </p:nvSpPr>
          <p:spPr>
            <a:xfrm>
              <a:off x="0" y="-11575"/>
              <a:ext cx="2338086" cy="500026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AFACBB3-E4D5-B643-AF96-E2FA14F36E07}"/>
                </a:ext>
              </a:extLst>
            </p:cNvPr>
            <p:cNvSpPr txBox="1"/>
            <p:nvPr/>
          </p:nvSpPr>
          <p:spPr>
            <a:xfrm>
              <a:off x="88109" y="97886"/>
              <a:ext cx="13773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Socios Clave</a:t>
              </a:r>
            </a:p>
          </p:txBody>
        </p:sp>
        <p:pic>
          <p:nvPicPr>
            <p:cNvPr id="31" name="Gráfico 30" descr="Anillos de boda">
              <a:extLst>
                <a:ext uri="{FF2B5EF4-FFF2-40B4-BE49-F238E27FC236}">
                  <a16:creationId xmlns:a16="http://schemas.microsoft.com/office/drawing/2014/main" id="{86576AC5-0230-A14F-A056-48738AEB81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70265" y="26124"/>
              <a:ext cx="628753" cy="628753"/>
            </a:xfrm>
            <a:prstGeom prst="rect">
              <a:avLst/>
            </a:prstGeom>
          </p:spPr>
        </p:pic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2F3A68F0-4DC1-4C4B-A9C0-4A2E835BA1F0}"/>
              </a:ext>
            </a:extLst>
          </p:cNvPr>
          <p:cNvGrpSpPr/>
          <p:nvPr/>
        </p:nvGrpSpPr>
        <p:grpSpPr>
          <a:xfrm>
            <a:off x="2338086" y="-11575"/>
            <a:ext cx="2338086" cy="2488557"/>
            <a:chOff x="2338086" y="-11575"/>
            <a:chExt cx="2338086" cy="2488557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2927F97-1A0B-5040-9A55-58BE60326A6A}"/>
                </a:ext>
              </a:extLst>
            </p:cNvPr>
            <p:cNvSpPr/>
            <p:nvPr/>
          </p:nvSpPr>
          <p:spPr>
            <a:xfrm>
              <a:off x="2338086" y="-11575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0E959636-3449-094C-B46B-710B3E47E04C}"/>
                </a:ext>
              </a:extLst>
            </p:cNvPr>
            <p:cNvSpPr txBox="1"/>
            <p:nvPr/>
          </p:nvSpPr>
          <p:spPr>
            <a:xfrm>
              <a:off x="2426195" y="97886"/>
              <a:ext cx="18914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Actividades clave</a:t>
              </a:r>
            </a:p>
          </p:txBody>
        </p:sp>
        <p:pic>
          <p:nvPicPr>
            <p:cNvPr id="33" name="Gráfico 32" descr="Trabajo">
              <a:extLst>
                <a:ext uri="{FF2B5EF4-FFF2-40B4-BE49-F238E27FC236}">
                  <a16:creationId xmlns:a16="http://schemas.microsoft.com/office/drawing/2014/main" id="{E3FBCFE3-41DD-2F4E-AB2B-015B2337E5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67151" y="139941"/>
              <a:ext cx="387818" cy="387818"/>
            </a:xfrm>
            <a:prstGeom prst="rect">
              <a:avLst/>
            </a:prstGeom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203B7014-0516-AF43-B3AD-B1CDC6987D15}"/>
              </a:ext>
            </a:extLst>
          </p:cNvPr>
          <p:cNvGrpSpPr/>
          <p:nvPr/>
        </p:nvGrpSpPr>
        <p:grpSpPr>
          <a:xfrm>
            <a:off x="2338086" y="2500131"/>
            <a:ext cx="2338086" cy="2488557"/>
            <a:chOff x="2338086" y="2500131"/>
            <a:chExt cx="2338086" cy="248855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2B4DD8B4-0F52-EC4B-80E3-FA81CFE4DE85}"/>
                </a:ext>
              </a:extLst>
            </p:cNvPr>
            <p:cNvSpPr/>
            <p:nvPr/>
          </p:nvSpPr>
          <p:spPr>
            <a:xfrm>
              <a:off x="2338086" y="2500131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6A355B9-DD87-A643-94CB-8F40288AEF77}"/>
                </a:ext>
              </a:extLst>
            </p:cNvPr>
            <p:cNvSpPr txBox="1"/>
            <p:nvPr/>
          </p:nvSpPr>
          <p:spPr>
            <a:xfrm>
              <a:off x="2396893" y="2539175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Recursos clave</a:t>
              </a:r>
            </a:p>
          </p:txBody>
        </p:sp>
        <p:pic>
          <p:nvPicPr>
            <p:cNvPr id="35" name="Gráfico 34" descr="Carretilla para transporte">
              <a:extLst>
                <a:ext uri="{FF2B5EF4-FFF2-40B4-BE49-F238E27FC236}">
                  <a16:creationId xmlns:a16="http://schemas.microsoft.com/office/drawing/2014/main" id="{13B36F0A-8F21-1D48-9DA5-F91BAF0793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05070" y="2500131"/>
              <a:ext cx="539334" cy="539334"/>
            </a:xfrm>
            <a:prstGeom prst="rect">
              <a:avLst/>
            </a:prstGeom>
          </p:spPr>
        </p:pic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45BBAA66-FE99-784C-B21C-A3F29A455390}"/>
              </a:ext>
            </a:extLst>
          </p:cNvPr>
          <p:cNvGrpSpPr/>
          <p:nvPr/>
        </p:nvGrpSpPr>
        <p:grpSpPr>
          <a:xfrm>
            <a:off x="4676172" y="-11575"/>
            <a:ext cx="2338086" cy="5000263"/>
            <a:chOff x="4676172" y="-11575"/>
            <a:chExt cx="2338086" cy="5000263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1513B4B5-3601-5A47-A44B-266FA13C36E1}"/>
                </a:ext>
              </a:extLst>
            </p:cNvPr>
            <p:cNvSpPr/>
            <p:nvPr/>
          </p:nvSpPr>
          <p:spPr>
            <a:xfrm>
              <a:off x="4676172" y="-11575"/>
              <a:ext cx="2338086" cy="5000263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4C1F92A-4317-784E-9F2E-F7B3E0A968EA}"/>
                </a:ext>
              </a:extLst>
            </p:cNvPr>
            <p:cNvSpPr txBox="1"/>
            <p:nvPr/>
          </p:nvSpPr>
          <p:spPr>
            <a:xfrm>
              <a:off x="4718613" y="97886"/>
              <a:ext cx="172781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Propuesta de valor</a:t>
              </a:r>
            </a:p>
          </p:txBody>
        </p:sp>
        <p:pic>
          <p:nvPicPr>
            <p:cNvPr id="37" name="Gráfico 36" descr="Regalo">
              <a:extLst>
                <a:ext uri="{FF2B5EF4-FFF2-40B4-BE49-F238E27FC236}">
                  <a16:creationId xmlns:a16="http://schemas.microsoft.com/office/drawing/2014/main" id="{1BF6A822-8FC3-1047-ADF6-C032F99138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14190" y="66444"/>
              <a:ext cx="549420" cy="549420"/>
            </a:xfrm>
            <a:prstGeom prst="rect">
              <a:avLst/>
            </a:prstGeom>
          </p:spPr>
        </p:pic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E9C717E5-3259-D84A-97A0-9B8B3188D9DA}"/>
              </a:ext>
            </a:extLst>
          </p:cNvPr>
          <p:cNvGrpSpPr/>
          <p:nvPr/>
        </p:nvGrpSpPr>
        <p:grpSpPr>
          <a:xfrm>
            <a:off x="7014258" y="-11575"/>
            <a:ext cx="2338086" cy="2488557"/>
            <a:chOff x="7014258" y="-11575"/>
            <a:chExt cx="2338086" cy="2488557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65FD05A8-687D-C146-8B6A-E3A2B6495A5F}"/>
                </a:ext>
              </a:extLst>
            </p:cNvPr>
            <p:cNvSpPr/>
            <p:nvPr/>
          </p:nvSpPr>
          <p:spPr>
            <a:xfrm>
              <a:off x="7014258" y="-11575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6C264FC-5E94-9F47-A89E-635CD6D56280}"/>
                </a:ext>
              </a:extLst>
            </p:cNvPr>
            <p:cNvSpPr txBox="1"/>
            <p:nvPr/>
          </p:nvSpPr>
          <p:spPr>
            <a:xfrm>
              <a:off x="7026740" y="97886"/>
              <a:ext cx="17577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i="1" dirty="0"/>
                <a:t>Relaciones con clientes</a:t>
              </a:r>
            </a:p>
          </p:txBody>
        </p:sp>
        <p:pic>
          <p:nvPicPr>
            <p:cNvPr id="39" name="Gráfico 38" descr="Insignia de corazón">
              <a:extLst>
                <a:ext uri="{FF2B5EF4-FFF2-40B4-BE49-F238E27FC236}">
                  <a16:creationId xmlns:a16="http://schemas.microsoft.com/office/drawing/2014/main" id="{6D71FBE8-CF86-F14D-8935-5948BFCADD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70120" y="96308"/>
              <a:ext cx="519555" cy="519555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BBE7A723-D193-9B42-984F-11917E4B9D13}"/>
              </a:ext>
            </a:extLst>
          </p:cNvPr>
          <p:cNvGrpSpPr/>
          <p:nvPr/>
        </p:nvGrpSpPr>
        <p:grpSpPr>
          <a:xfrm>
            <a:off x="7014258" y="2420841"/>
            <a:ext cx="2338086" cy="2567847"/>
            <a:chOff x="7014258" y="2420841"/>
            <a:chExt cx="2338086" cy="2567847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77EEBF8C-2D89-A44D-870F-D9D8F41A7098}"/>
                </a:ext>
              </a:extLst>
            </p:cNvPr>
            <p:cNvSpPr/>
            <p:nvPr/>
          </p:nvSpPr>
          <p:spPr>
            <a:xfrm>
              <a:off x="7014258" y="2500131"/>
              <a:ext cx="2338086" cy="2488557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5654B3B0-B64E-674E-A716-6DC2FCE61F8D}"/>
                </a:ext>
              </a:extLst>
            </p:cNvPr>
            <p:cNvSpPr txBox="1"/>
            <p:nvPr/>
          </p:nvSpPr>
          <p:spPr>
            <a:xfrm>
              <a:off x="7026740" y="2539175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Canales</a:t>
              </a:r>
            </a:p>
          </p:txBody>
        </p:sp>
        <p:pic>
          <p:nvPicPr>
            <p:cNvPr id="41" name="Gráfico 40" descr="Camión">
              <a:extLst>
                <a:ext uri="{FF2B5EF4-FFF2-40B4-BE49-F238E27FC236}">
                  <a16:creationId xmlns:a16="http://schemas.microsoft.com/office/drawing/2014/main" id="{E5728DAD-887C-3840-A91B-39E0DC5526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06095" y="2420841"/>
              <a:ext cx="683579" cy="683579"/>
            </a:xfrm>
            <a:prstGeom prst="rect">
              <a:avLst/>
            </a:prstGeom>
          </p:spPr>
        </p:pic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BE67BF42-DC35-6140-AE62-52B043B78A7E}"/>
              </a:ext>
            </a:extLst>
          </p:cNvPr>
          <p:cNvGrpSpPr/>
          <p:nvPr/>
        </p:nvGrpSpPr>
        <p:grpSpPr>
          <a:xfrm>
            <a:off x="9355554" y="-11575"/>
            <a:ext cx="2836448" cy="5000263"/>
            <a:chOff x="9352344" y="-11575"/>
            <a:chExt cx="2338086" cy="5000263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AE2659D7-FC50-4549-BF7B-F10BD9EC218A}"/>
                </a:ext>
              </a:extLst>
            </p:cNvPr>
            <p:cNvSpPr/>
            <p:nvPr/>
          </p:nvSpPr>
          <p:spPr>
            <a:xfrm>
              <a:off x="9352344" y="-11575"/>
              <a:ext cx="2338086" cy="500026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779F9189-1290-CB41-AB38-F83FAEA806F1}"/>
                </a:ext>
              </a:extLst>
            </p:cNvPr>
            <p:cNvSpPr txBox="1"/>
            <p:nvPr/>
          </p:nvSpPr>
          <p:spPr>
            <a:xfrm>
              <a:off x="9352344" y="77885"/>
              <a:ext cx="21000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i="1" dirty="0"/>
                <a:t>Segmentos de cliente</a:t>
              </a:r>
            </a:p>
          </p:txBody>
        </p:sp>
        <p:pic>
          <p:nvPicPr>
            <p:cNvPr id="43" name="Gráfico 42" descr="Corona de usuario hombre">
              <a:extLst>
                <a:ext uri="{FF2B5EF4-FFF2-40B4-BE49-F238E27FC236}">
                  <a16:creationId xmlns:a16="http://schemas.microsoft.com/office/drawing/2014/main" id="{29A5EF9A-6A03-3E4E-831E-FBBACB8F6A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157532" y="118283"/>
              <a:ext cx="431133" cy="431133"/>
            </a:xfrm>
            <a:prstGeom prst="rect">
              <a:avLst/>
            </a:prstGeom>
          </p:spPr>
        </p:pic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165E2C5F-8C0C-A248-8FDF-7B708292EDE9}"/>
              </a:ext>
            </a:extLst>
          </p:cNvPr>
          <p:cNvGrpSpPr/>
          <p:nvPr/>
        </p:nvGrpSpPr>
        <p:grpSpPr>
          <a:xfrm>
            <a:off x="0" y="4988688"/>
            <a:ext cx="5768625" cy="1869312"/>
            <a:chOff x="0" y="4988688"/>
            <a:chExt cx="5768625" cy="1869312"/>
          </a:xfrm>
        </p:grpSpPr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5292CD7-E67D-4046-854D-00375E283AA4}"/>
                </a:ext>
              </a:extLst>
            </p:cNvPr>
            <p:cNvSpPr/>
            <p:nvPr/>
          </p:nvSpPr>
          <p:spPr>
            <a:xfrm>
              <a:off x="0" y="4988688"/>
              <a:ext cx="5768625" cy="186931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815C85C-3870-C746-AA9B-DF7044002471}"/>
                </a:ext>
              </a:extLst>
            </p:cNvPr>
            <p:cNvSpPr txBox="1"/>
            <p:nvPr/>
          </p:nvSpPr>
          <p:spPr>
            <a:xfrm>
              <a:off x="88109" y="5052071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Estructura de costos</a:t>
              </a:r>
            </a:p>
          </p:txBody>
        </p:sp>
        <p:pic>
          <p:nvPicPr>
            <p:cNvPr id="47" name="Gráfico 46" descr="Ábaco">
              <a:extLst>
                <a:ext uri="{FF2B5EF4-FFF2-40B4-BE49-F238E27FC236}">
                  <a16:creationId xmlns:a16="http://schemas.microsoft.com/office/drawing/2014/main" id="{F9749A1E-55E7-184D-AD18-FB75B8694A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14627" y="5039432"/>
              <a:ext cx="553998" cy="553998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33CC6767-FE9C-8F47-8617-36C66A015721}"/>
              </a:ext>
            </a:extLst>
          </p:cNvPr>
          <p:cNvGrpSpPr/>
          <p:nvPr/>
        </p:nvGrpSpPr>
        <p:grpSpPr>
          <a:xfrm>
            <a:off x="5799826" y="4989308"/>
            <a:ext cx="6392174" cy="1869312"/>
            <a:chOff x="5799826" y="4989308"/>
            <a:chExt cx="5890604" cy="1869312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289915F-A687-6145-8EC6-9BC0E50997E0}"/>
                </a:ext>
              </a:extLst>
            </p:cNvPr>
            <p:cNvSpPr txBox="1"/>
            <p:nvPr/>
          </p:nvSpPr>
          <p:spPr>
            <a:xfrm>
              <a:off x="5845215" y="5052071"/>
              <a:ext cx="21000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i="1" dirty="0"/>
                <a:t>Fuentes de Ingresos</a:t>
              </a:r>
            </a:p>
          </p:txBody>
        </p:sp>
        <p:pic>
          <p:nvPicPr>
            <p:cNvPr id="45" name="Gráfico 44" descr="Caja registradora">
              <a:extLst>
                <a:ext uri="{FF2B5EF4-FFF2-40B4-BE49-F238E27FC236}">
                  <a16:creationId xmlns:a16="http://schemas.microsoft.com/office/drawing/2014/main" id="{D3986315-5F25-664F-8174-65BEE80246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922052" y="5022219"/>
              <a:ext cx="666613" cy="666613"/>
            </a:xfrm>
            <a:prstGeom prst="rect">
              <a:avLst/>
            </a:prstGeom>
          </p:spPr>
        </p:pic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4A9B3D23-E9EC-394E-A952-E7311515BC6F}"/>
                </a:ext>
              </a:extLst>
            </p:cNvPr>
            <p:cNvSpPr/>
            <p:nvPr/>
          </p:nvSpPr>
          <p:spPr>
            <a:xfrm>
              <a:off x="5799826" y="4989308"/>
              <a:ext cx="5890604" cy="186931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484067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2135</TotalTime>
  <Words>30</Words>
  <Application>Microsoft Macintosh PowerPoint</Application>
  <PresentationFormat>Widescreen</PresentationFormat>
  <Paragraphs>12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1_Tema de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Luis Tirado Portacio</dc:creator>
  <cp:lastModifiedBy>Cristian A. Fuenzalida</cp:lastModifiedBy>
  <cp:revision>41</cp:revision>
  <dcterms:created xsi:type="dcterms:W3CDTF">2020-12-17T15:02:30Z</dcterms:created>
  <dcterms:modified xsi:type="dcterms:W3CDTF">2026-07-24T19:15:15Z</dcterms:modified>
</cp:coreProperties>
</file>