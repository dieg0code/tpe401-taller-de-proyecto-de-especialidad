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48" r:id="rId2"/>
    <p:sldId id="270" r:id="rId3"/>
    <p:sldId id="367" r:id="rId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6A315F-73BD-6442-9668-11BCE697CC7A}" v="2" dt="2026-07-24T19:13:23.4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54" autoAdjust="0"/>
    <p:restoredTop sz="94658"/>
  </p:normalViewPr>
  <p:slideViewPr>
    <p:cSldViewPr snapToGrid="0">
      <p:cViewPr varScale="1">
        <p:scale>
          <a:sx n="103" d="100"/>
          <a:sy n="103" d="100"/>
        </p:scale>
        <p:origin x="184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Andres Fuenzalida Hinojosa" userId="127afacb-8e2e-4aeb-abea-89d6097dc1ec" providerId="ADAL" clId="{404FF84E-5D3B-572A-80F2-8BE9E37BF0B8}"/>
    <pc:docChg chg="custSel addSld delSld modSld">
      <pc:chgData name="Cristian Andres Fuenzalida Hinojosa" userId="127afacb-8e2e-4aeb-abea-89d6097dc1ec" providerId="ADAL" clId="{404FF84E-5D3B-572A-80F2-8BE9E37BF0B8}" dt="2026-07-24T19:13:25.929" v="85" actId="2696"/>
      <pc:docMkLst>
        <pc:docMk/>
      </pc:docMkLst>
      <pc:sldChg chg="del">
        <pc:chgData name="Cristian Andres Fuenzalida Hinojosa" userId="127afacb-8e2e-4aeb-abea-89d6097dc1ec" providerId="ADAL" clId="{404FF84E-5D3B-572A-80F2-8BE9E37BF0B8}" dt="2026-07-24T19:13:15.253" v="83" actId="2696"/>
        <pc:sldMkLst>
          <pc:docMk/>
          <pc:sldMk cId="2808128936" sldId="256"/>
        </pc:sldMkLst>
      </pc:sldChg>
      <pc:sldChg chg="del">
        <pc:chgData name="Cristian Andres Fuenzalida Hinojosa" userId="127afacb-8e2e-4aeb-abea-89d6097dc1ec" providerId="ADAL" clId="{404FF84E-5D3B-572A-80F2-8BE9E37BF0B8}" dt="2026-07-24T19:13:25.929" v="85" actId="2696"/>
        <pc:sldMkLst>
          <pc:docMk/>
          <pc:sldMk cId="1995167618" sldId="267"/>
        </pc:sldMkLst>
      </pc:sldChg>
      <pc:sldChg chg="addSp delSp modSp add mod setBg">
        <pc:chgData name="Cristian Andres Fuenzalida Hinojosa" userId="127afacb-8e2e-4aeb-abea-89d6097dc1ec" providerId="ADAL" clId="{404FF84E-5D3B-572A-80F2-8BE9E37BF0B8}" dt="2026-07-24T19:13:04.476" v="82" actId="27636"/>
        <pc:sldMkLst>
          <pc:docMk/>
          <pc:sldMk cId="3754862" sldId="348"/>
        </pc:sldMkLst>
        <pc:spChg chg="mod">
          <ac:chgData name="Cristian Andres Fuenzalida Hinojosa" userId="127afacb-8e2e-4aeb-abea-89d6097dc1ec" providerId="ADAL" clId="{404FF84E-5D3B-572A-80F2-8BE9E37BF0B8}" dt="2026-07-24T19:12:46.098" v="35" actId="14100"/>
          <ac:spMkLst>
            <pc:docMk/>
            <pc:sldMk cId="3754862" sldId="348"/>
            <ac:spMk id="2" creationId="{2860AABC-854B-6909-6648-0E685058B88D}"/>
          </ac:spMkLst>
        </pc:spChg>
        <pc:spChg chg="mod">
          <ac:chgData name="Cristian Andres Fuenzalida Hinojosa" userId="127afacb-8e2e-4aeb-abea-89d6097dc1ec" providerId="ADAL" clId="{404FF84E-5D3B-572A-80F2-8BE9E37BF0B8}" dt="2026-07-24T19:13:00.397" v="80" actId="20577"/>
          <ac:spMkLst>
            <pc:docMk/>
            <pc:sldMk cId="3754862" sldId="348"/>
            <ac:spMk id="3" creationId="{0CE1A128-3189-D63C-F956-815098D6D736}"/>
          </ac:spMkLst>
        </pc:spChg>
        <pc:spChg chg="del">
          <ac:chgData name="Cristian Andres Fuenzalida Hinojosa" userId="127afacb-8e2e-4aeb-abea-89d6097dc1ec" providerId="ADAL" clId="{404FF84E-5D3B-572A-80F2-8BE9E37BF0B8}" dt="2026-07-24T19:13:04.338" v="81" actId="478"/>
          <ac:spMkLst>
            <pc:docMk/>
            <pc:sldMk cId="3754862" sldId="348"/>
            <ac:spMk id="4" creationId="{0F255665-A267-AE33-E8C3-A7ACEA279603}"/>
          </ac:spMkLst>
        </pc:spChg>
        <pc:spChg chg="add mod">
          <ac:chgData name="Cristian Andres Fuenzalida Hinojosa" userId="127afacb-8e2e-4aeb-abea-89d6097dc1ec" providerId="ADAL" clId="{404FF84E-5D3B-572A-80F2-8BE9E37BF0B8}" dt="2026-07-24T19:13:04.476" v="82" actId="27636"/>
          <ac:spMkLst>
            <pc:docMk/>
            <pc:sldMk cId="3754862" sldId="348"/>
            <ac:spMk id="6" creationId="{478822DD-4106-1143-4B9C-636399EC0FF1}"/>
          </ac:spMkLst>
        </pc:spChg>
      </pc:sldChg>
      <pc:sldChg chg="add setBg">
        <pc:chgData name="Cristian Andres Fuenzalida Hinojosa" userId="127afacb-8e2e-4aeb-abea-89d6097dc1ec" providerId="ADAL" clId="{404FF84E-5D3B-572A-80F2-8BE9E37BF0B8}" dt="2026-07-24T19:13:23.400" v="84"/>
        <pc:sldMkLst>
          <pc:docMk/>
          <pc:sldMk cId="4173517151" sldId="3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8155C-1824-9049-9039-A1AE93AB918A}" type="datetimeFigureOut">
              <a:rPr lang="es-ES_tradnl" smtClean="0"/>
              <a:t>24/7/26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8E2AA-97AC-BD42-98D2-3674CBFF619F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00867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2D67A1-D159-4127-9931-A6339A6A1F26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11406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8AEB8-2D75-6955-1B97-B06465C4C6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29418" y="807380"/>
            <a:ext cx="10133163" cy="1500186"/>
          </a:xfrm>
        </p:spPr>
        <p:txBody>
          <a:bodyPr anchor="ctr">
            <a:noAutofit/>
          </a:bodyPr>
          <a:lstStyle>
            <a:lvl1pPr algn="l">
              <a:defRPr sz="6000" b="1">
                <a:solidFill>
                  <a:srgbClr val="002548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EA7BA1A8-181E-CBBB-E73A-1202B20F65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56613" y="3757613"/>
            <a:ext cx="4005968" cy="1500187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Avenir Book" panose="02000503020000020003"/>
                <a:cs typeface="Avenir Regular" panose="020B0503020203020204" pitchFamily="34" charset="-78"/>
              </a:defRPr>
            </a:lvl1pPr>
          </a:lstStyle>
          <a:p>
            <a:pPr algn="l"/>
            <a:r>
              <a:rPr lang="es-CL" dirty="0">
                <a:latin typeface="Avenir Light" panose="020B0402020203020204" pitchFamily="34" charset="77"/>
              </a:rPr>
              <a:t>Autor</a:t>
            </a:r>
          </a:p>
          <a:p>
            <a:pPr algn="l"/>
            <a:r>
              <a:rPr lang="es-CL" dirty="0">
                <a:latin typeface="Avenir Light" panose="020B0402020203020204" pitchFamily="34" charset="77"/>
              </a:rPr>
              <a:t>Dirección/Vicerrectoría</a:t>
            </a:r>
          </a:p>
          <a:p>
            <a:pPr algn="l"/>
            <a:r>
              <a:rPr lang="es-CL" dirty="0">
                <a:latin typeface="Avenir Light" panose="020B0402020203020204" pitchFamily="34" charset="77"/>
              </a:rPr>
              <a:t>Fecha</a:t>
            </a:r>
          </a:p>
        </p:txBody>
      </p:sp>
    </p:spTree>
    <p:extLst>
      <p:ext uri="{BB962C8B-B14F-4D97-AF65-F5344CB8AC3E}">
        <p14:creationId xmlns:p14="http://schemas.microsoft.com/office/powerpoint/2010/main" val="2330253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B4B73-8BCF-8A42-41BB-AC46AAD96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5125"/>
            <a:ext cx="10752000" cy="1325563"/>
          </a:xfrm>
        </p:spPr>
        <p:txBody>
          <a:bodyPr/>
          <a:lstStyle>
            <a:lvl1pPr>
              <a:defRPr>
                <a:solidFill>
                  <a:srgbClr val="002548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Página de contenidos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440FB0-C32D-D196-EDFF-81C19819D9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825625"/>
            <a:ext cx="107520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5pPr>
          </a:lstStyle>
          <a:p>
            <a:pPr lvl="0"/>
            <a:r>
              <a:rPr lang="es-ES" dirty="0"/>
              <a:t>Insertar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4065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B4B73-8BCF-8A42-41BB-AC46AAD96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5125"/>
            <a:ext cx="107520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Página alternativa de contenidos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440FB0-C32D-D196-EDFF-81C19819D9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825625"/>
            <a:ext cx="107520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venir Light" panose="020B0402020203020204"/>
              </a:defRPr>
            </a:lvl1pPr>
            <a:lvl2pPr>
              <a:defRPr>
                <a:solidFill>
                  <a:schemeClr val="bg1"/>
                </a:solidFill>
                <a:latin typeface="Avenir Light" panose="020B0402020203020204"/>
              </a:defRPr>
            </a:lvl2pPr>
            <a:lvl3pPr>
              <a:defRPr>
                <a:solidFill>
                  <a:schemeClr val="bg1"/>
                </a:solidFill>
                <a:latin typeface="Avenir Light" panose="020B0402020203020204"/>
              </a:defRPr>
            </a:lvl3pPr>
            <a:lvl4pPr>
              <a:defRPr>
                <a:solidFill>
                  <a:schemeClr val="bg1"/>
                </a:solidFill>
                <a:latin typeface="Avenir Light" panose="020B0402020203020204"/>
              </a:defRPr>
            </a:lvl4pPr>
            <a:lvl5pPr>
              <a:defRPr>
                <a:solidFill>
                  <a:schemeClr val="bg1"/>
                </a:solidFill>
                <a:latin typeface="Avenir Light" panose="020B0402020203020204"/>
              </a:defRPr>
            </a:lvl5pPr>
          </a:lstStyle>
          <a:p>
            <a:pPr lvl="0"/>
            <a:r>
              <a:rPr lang="es-ES" dirty="0"/>
              <a:t>Insertar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278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48387-EEAD-E32F-E01F-AD44251C0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 dirty="0"/>
              <a:t>Haga clic para agregar título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6ED280-71F6-9818-3678-9DFA7B6E1F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/>
              <a:t>Haga clic para agregar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DC4108-6B18-3F94-631E-48023D35116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77444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2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48387-EEAD-E32F-E01F-AD44251C0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agregar título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6ED280-71F6-9818-3678-9DFA7B6E1F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/>
              <a:t>Haga clic para agregar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DC4108-6B18-3F94-631E-48023D35116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2145883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609600"/>
            <a:ext cx="6881527" cy="2032000"/>
          </a:xfrm>
        </p:spPr>
        <p:txBody>
          <a:bodyPr anchor="ctr">
            <a:normAutofit/>
          </a:bodyPr>
          <a:lstStyle>
            <a:lvl1pPr>
              <a:defRPr sz="4400">
                <a:latin typeface="Avenir Book" panose="02000503020000020003"/>
              </a:defRPr>
            </a:lvl1pPr>
          </a:lstStyle>
          <a:p>
            <a:r>
              <a:rPr lang="es-ES" dirty="0"/>
              <a:t>Página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1425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48E476-76CC-9A2A-1AD9-A58140AB166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2355275"/>
            <a:ext cx="6881527" cy="139469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Avenir Light" panose="020B040202020302020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la bajada del título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609601"/>
            <a:ext cx="6881527" cy="1644071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Página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7372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46296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65063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74666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8967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82580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ier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132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9CC69-D4E7-BC48-1634-A02588404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5308" y="3694546"/>
            <a:ext cx="3860801" cy="554182"/>
          </a:xfrm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Muchas gracias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24014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DA4E72-5B16-44F6-9635-C5BD9AF62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74545"/>
            <a:ext cx="109728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8" name="Marcador de título 1">
            <a:extLst>
              <a:ext uri="{FF2B5EF4-FFF2-40B4-BE49-F238E27FC236}">
                <a16:creationId xmlns:a16="http://schemas.microsoft.com/office/drawing/2014/main" id="{01F0777D-47A6-4CCF-BC6D-32AE8E27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3301"/>
            <a:ext cx="9867900" cy="697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61191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88C1C85-CD96-4085-7CD2-C1AF31E29E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57268D2-56A0-668E-F864-C372AF987B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762" y="4629149"/>
            <a:ext cx="5329237" cy="94836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CL" dirty="0"/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8D7ECA36-08C4-210D-2FBF-C5CF837F56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2" y="5714147"/>
            <a:ext cx="5329237" cy="47849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pPr lvl="0"/>
            <a:r>
              <a:rPr lang="es-ES" dirty="0"/>
              <a:t>Área</a:t>
            </a:r>
            <a:endParaRPr lang="es-CL" dirty="0"/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F6E60A8A-54A9-4CF6-5583-43A68DAEBD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2" y="6357512"/>
            <a:ext cx="5329237" cy="2379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pPr lvl="0"/>
            <a:r>
              <a:rPr lang="es-ES" dirty="0"/>
              <a:t>Fecha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70624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1476006-D024-95B7-FC9F-2EE779889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65125"/>
            <a:ext cx="1075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Título del patrón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280EBE-C583-F487-FC5B-05C50106B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825625"/>
            <a:ext cx="1075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Contenido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9601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6" r:id="rId4"/>
    <p:sldLayoutId id="2147483662" r:id="rId5"/>
    <p:sldLayoutId id="2147483651" r:id="rId6"/>
    <p:sldLayoutId id="2147483661" r:id="rId7"/>
    <p:sldLayoutId id="2147483664" r:id="rId8"/>
    <p:sldLayoutId id="2147483666" r:id="rId9"/>
    <p:sldLayoutId id="2147483665" r:id="rId10"/>
    <p:sldLayoutId id="2147483668" r:id="rId11"/>
    <p:sldLayoutId id="2147483667" r:id="rId12"/>
    <p:sldLayoutId id="2147483655" r:id="rId13"/>
    <p:sldLayoutId id="2147483663" r:id="rId14"/>
    <p:sldLayoutId id="2147483669" r:id="rId15"/>
    <p:sldLayoutId id="2147483670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548"/>
          </a:solidFill>
          <a:latin typeface="Avenir Book" panose="02000503020000020003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8CCFA-D255-BE3A-73DD-848228D4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860AABC-854B-6909-6648-0E685058B8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6762" y="4629149"/>
            <a:ext cx="6941843" cy="948367"/>
          </a:xfrm>
        </p:spPr>
        <p:txBody>
          <a:bodyPr/>
          <a:lstStyle/>
          <a:p>
            <a:r>
              <a:rPr lang="es-CL" dirty="0"/>
              <a:t>TALLER DE PROYECTO DE ESPECIALIDAD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E1A128-3189-D63C-F956-815098D6D7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CL" dirty="0"/>
              <a:t>PRESENTACIÓN DE ELEVATOR PITCH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8822DD-4106-1143-4B9C-636399EC0F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54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F39A3EFF-D932-4298-BAFA-6DFE32BABDD7}"/>
              </a:ext>
            </a:extLst>
          </p:cNvPr>
          <p:cNvSpPr/>
          <p:nvPr/>
        </p:nvSpPr>
        <p:spPr>
          <a:xfrm>
            <a:off x="117467" y="127062"/>
            <a:ext cx="84446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002060"/>
                </a:solidFill>
                <a:latin typeface="Helvetica Neue Moyen" charset="0"/>
                <a:cs typeface="Helvetica Neue Moyen" charset="0"/>
              </a:rPr>
              <a:t>Pitch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63B76CB-289B-4778-8BEF-AD609E76160E}"/>
              </a:ext>
            </a:extLst>
          </p:cNvPr>
          <p:cNvSpPr txBox="1"/>
          <p:nvPr/>
        </p:nvSpPr>
        <p:spPr>
          <a:xfrm>
            <a:off x="917713" y="1859339"/>
            <a:ext cx="103565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Hola, mi (nuestro) nombre es _________________ (carrera y escuela)</a:t>
            </a:r>
            <a:endParaRPr lang="en-CL" dirty="0"/>
          </a:p>
          <a:p>
            <a:r>
              <a:rPr lang="es-ES" dirty="0"/>
              <a:t> </a:t>
            </a:r>
            <a:endParaRPr lang="en-CL" dirty="0"/>
          </a:p>
          <a:p>
            <a:r>
              <a:rPr lang="es-ES" dirty="0"/>
              <a:t>Ayudo (ayudamos) a ________________________________ (público objetivo)</a:t>
            </a:r>
            <a:endParaRPr lang="en-CL" dirty="0"/>
          </a:p>
          <a:p>
            <a:r>
              <a:rPr lang="es-ES" dirty="0"/>
              <a:t> </a:t>
            </a:r>
            <a:endParaRPr lang="en-CL" dirty="0"/>
          </a:p>
          <a:p>
            <a:r>
              <a:rPr lang="es-ES" dirty="0"/>
              <a:t>Para ello _________________________ (experiencia y formación)</a:t>
            </a:r>
            <a:endParaRPr lang="en-CL" dirty="0"/>
          </a:p>
          <a:p>
            <a:r>
              <a:rPr lang="es-ES" dirty="0"/>
              <a:t> </a:t>
            </a:r>
            <a:endParaRPr lang="en-CL" dirty="0"/>
          </a:p>
          <a:p>
            <a:r>
              <a:rPr lang="es-ES" dirty="0"/>
              <a:t>Realizo (realizamos) _________________________ (herramientas, soluciones)</a:t>
            </a:r>
            <a:endParaRPr lang="en-CL" dirty="0"/>
          </a:p>
          <a:p>
            <a:r>
              <a:rPr lang="es-ES" dirty="0"/>
              <a:t> </a:t>
            </a:r>
            <a:endParaRPr lang="en-CL" dirty="0"/>
          </a:p>
          <a:p>
            <a:r>
              <a:rPr lang="es-ES" dirty="0"/>
              <a:t>A través de _________________________ (producto, servicios)</a:t>
            </a:r>
            <a:endParaRPr lang="en-CL" dirty="0"/>
          </a:p>
          <a:p>
            <a:r>
              <a:rPr lang="es-ES" dirty="0"/>
              <a:t> </a:t>
            </a:r>
            <a:endParaRPr lang="en-CL" dirty="0"/>
          </a:p>
          <a:p>
            <a:r>
              <a:rPr lang="es-ES"/>
              <a:t>Puedes ponerte en contacto conmigo (con nosotros) en ___________ (nº teléfono, web, etc.)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59065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94370-C17F-F7B5-9844-9A46D4482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517151"/>
      </p:ext>
    </p:extLst>
  </p:cSld>
  <p:clrMapOvr>
    <a:masterClrMapping/>
  </p:clrMapOvr>
</p:sld>
</file>

<file path=ppt/theme/theme1.xml><?xml version="1.0" encoding="utf-8"?>
<a:theme xmlns:a="http://schemas.openxmlformats.org/drawingml/2006/main" name="AIEP ofici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86</Words>
  <Application>Microsoft Macintosh PowerPoint</Application>
  <PresentationFormat>Widescreen</PresentationFormat>
  <Paragraphs>15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Avenir Book</vt:lpstr>
      <vt:lpstr>Avenir Light</vt:lpstr>
      <vt:lpstr>Helvetica Neue Moyen</vt:lpstr>
      <vt:lpstr>AIEP oficial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Alonso Vargas Farias</dc:creator>
  <cp:lastModifiedBy>Cristian A. Fuenzalida</cp:lastModifiedBy>
  <cp:revision>3</cp:revision>
  <dcterms:created xsi:type="dcterms:W3CDTF">2024-07-26T19:13:32Z</dcterms:created>
  <dcterms:modified xsi:type="dcterms:W3CDTF">2026-07-24T19:13:27Z</dcterms:modified>
</cp:coreProperties>
</file>