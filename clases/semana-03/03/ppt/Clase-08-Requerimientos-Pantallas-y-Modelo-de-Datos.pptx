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notesMasterIdLst>
    <p:notesMasterId r:id="rId9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notesMaster" Target="notesMasters/notesMaster1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ilustrativa; no corresponde a una ferretería de Osorno.
Fotografía: Vijesh Vijayan · Pexels 19756443 · Licencia Pexels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Fotos ilustrativas.
Fotografía: RDNE Stock project · Pexels 10376167 · Licencia Pexels
Fotografía: Tima Miroshnichenko · Pexels 4841704 · Licencia Pexels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
Fotografía: Vitaly Gariev · Unsplash TSyD0nGc0Bs · Licencia Unsplash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Todas las decisiones de alcance son didácticas; cada equipo delimita su propio proyecto.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La regla y el mensaje son propuestas para el ejemplo.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 No se inventan respuestas del referente.
Fotografía: Monstera Production · Pexels 6238170 · Licencia Pexels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
Fotografía: Compagnons · Unsplash 4UGmm3WRUoQ · Licencia Unsplash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Fotos ilustrativas.
Fotografía: Arthur Uzoagba · Pexels 29519165 · Licencia Pexels (recorte local)
Fotografía: Ivan S · Pexels 5798971 · Licencia Pexels (recorte local)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
Fotografía: Compagnons · Unsplash 4UGmm3WRUoQ · Licencia Unsplash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
Fotografía: RDNE Stock project · Pexels 7821674 · Licencia Pexels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 No convertir los datos de la ferretería en requisitos del proyecto.
Fotografía: Monstera Production · Pexels 6238170 · Licencia Pexels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
Fotografía: Karola G · Pexels 4195328 · Licencia Pexels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
Fotografía: Daniel Forsman · Unsplash Ph4ZJrwf4x8 · Licencia Unsplash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Fotos ilustrativas.
Fotografía: Arthur Uzoagba · Pexels 29519165 · Licencia Pexels (recorte local)
Fotografía: Ivan S · Pexels 5798971 · Licencia Pexels (recorte local)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
Fotografía: Arthur Uzoagba · Pexels 29519165 · Licencia Pexels (recorte local)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 Las orientaciones por proyecto están en la sección 3.4 de la guía.
Fotografía: Monstera Production · Pexels 6238170 · Licencia Pexels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
Fotografía: Wolf Art · Pexels 34639577 · Licencia Pexels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Foto ilustrativa.
Fotografía: Monstera Production · Pexels 6238170 · Licencia Pexels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README de la Clase 08, semana 03. Ejemplo conductor: ferretería ficticia de Osorno; sus datos, reglas y cifras son didácticos.
Íconos: Lucide (licencia ISC).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image" Target="../media/image-5-33.png"/><Relationship Id="rId34" Type="http://schemas.openxmlformats.org/officeDocument/2006/relationships/image" Target="../media/image-5-34.sv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sv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sv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sv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sv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sv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sv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sv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sv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sv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sv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sv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sv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sv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sv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sv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sv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sv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sv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sv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sv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sv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sv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sv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sv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sv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sv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sv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sv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sv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sv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image" Target="../media/image-26-9.png"/><Relationship Id="rId10" Type="http://schemas.openxmlformats.org/officeDocument/2006/relationships/image" Target="../media/image-26-10.sv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sv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sv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sv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sv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image" Target="../media/image-27-9.png"/><Relationship Id="rId10" Type="http://schemas.openxmlformats.org/officeDocument/2006/relationships/image" Target="../media/image-27-10.sv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sv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sv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svg"/><Relationship Id="rId17" Type="http://schemas.openxmlformats.org/officeDocument/2006/relationships/image" Target="../media/image-27-17.png"/><Relationship Id="rId18" Type="http://schemas.openxmlformats.org/officeDocument/2006/relationships/image" Target="../media/image-27-18.svg"/><Relationship Id="rId19" Type="http://schemas.openxmlformats.org/officeDocument/2006/relationships/image" Target="../media/image-27-19.png"/><Relationship Id="rId20" Type="http://schemas.openxmlformats.org/officeDocument/2006/relationships/image" Target="../media/image-27-20.svg"/><Relationship Id="rId21" Type="http://schemas.openxmlformats.org/officeDocument/2006/relationships/image" Target="../media/image-27-21.png"/><Relationship Id="rId22" Type="http://schemas.openxmlformats.org/officeDocument/2006/relationships/image" Target="../media/image-27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image" Target="../media/image-28-7.png"/><Relationship Id="rId8" Type="http://schemas.openxmlformats.org/officeDocument/2006/relationships/image" Target="../media/image-28-8.svg"/><Relationship Id="rId9" Type="http://schemas.openxmlformats.org/officeDocument/2006/relationships/image" Target="../media/image-28-9.png"/><Relationship Id="rId10" Type="http://schemas.openxmlformats.org/officeDocument/2006/relationships/image" Target="../media/image-28-10.sv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sv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sv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svg"/><Relationship Id="rId17" Type="http://schemas.openxmlformats.org/officeDocument/2006/relationships/image" Target="../media/image-28-17.png"/><Relationship Id="rId18" Type="http://schemas.openxmlformats.org/officeDocument/2006/relationships/image" Target="../media/image-28-18.svg"/><Relationship Id="rId19" Type="http://schemas.openxmlformats.org/officeDocument/2006/relationships/image" Target="../media/image-28-19.png"/><Relationship Id="rId20" Type="http://schemas.openxmlformats.org/officeDocument/2006/relationships/image" Target="../media/image-28-20.svg"/><Relationship Id="rId21" Type="http://schemas.openxmlformats.org/officeDocument/2006/relationships/image" Target="../media/image-28-21.png"/><Relationship Id="rId22" Type="http://schemas.openxmlformats.org/officeDocument/2006/relationships/image" Target="../media/image-28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jpg"/><Relationship Id="rId6" Type="http://schemas.openxmlformats.org/officeDocument/2006/relationships/image" Target="../media/image-29-6.jp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image" Target="../media/image-29-9.png"/><Relationship Id="rId10" Type="http://schemas.openxmlformats.org/officeDocument/2006/relationships/image" Target="../media/image-29-10.sv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sv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sv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svg"/><Relationship Id="rId17" Type="http://schemas.openxmlformats.org/officeDocument/2006/relationships/image" Target="../media/image-29-17.png"/><Relationship Id="rId18" Type="http://schemas.openxmlformats.org/officeDocument/2006/relationships/image" Target="../media/image-29-18.svg"/><Relationship Id="rId19" Type="http://schemas.openxmlformats.org/officeDocument/2006/relationships/image" Target="../media/image-29-19.png"/><Relationship Id="rId20" Type="http://schemas.openxmlformats.org/officeDocument/2006/relationships/image" Target="../media/image-29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image" Target="../media/image-30-7.png"/><Relationship Id="rId8" Type="http://schemas.openxmlformats.org/officeDocument/2006/relationships/image" Target="../media/image-30-8.svg"/><Relationship Id="rId9" Type="http://schemas.openxmlformats.org/officeDocument/2006/relationships/image" Target="../media/image-30-9.png"/><Relationship Id="rId10" Type="http://schemas.openxmlformats.org/officeDocument/2006/relationships/image" Target="../media/image-30-10.sv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sv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sv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sv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svg"/><Relationship Id="rId19" Type="http://schemas.openxmlformats.org/officeDocument/2006/relationships/image" Target="../media/image-30-19.png"/><Relationship Id="rId20" Type="http://schemas.openxmlformats.org/officeDocument/2006/relationships/image" Target="../media/image-30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image" Target="../media/image-31-7.png"/><Relationship Id="rId8" Type="http://schemas.openxmlformats.org/officeDocument/2006/relationships/image" Target="../media/image-31-8.svg"/><Relationship Id="rId9" Type="http://schemas.openxmlformats.org/officeDocument/2006/relationships/image" Target="../media/image-31-9.png"/><Relationship Id="rId10" Type="http://schemas.openxmlformats.org/officeDocument/2006/relationships/image" Target="../media/image-31-10.sv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sv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svg"/><Relationship Id="rId15" Type="http://schemas.openxmlformats.org/officeDocument/2006/relationships/image" Target="../media/image-31-15.png"/><Relationship Id="rId16" Type="http://schemas.openxmlformats.org/officeDocument/2006/relationships/image" Target="../media/image-31-16.svg"/><Relationship Id="rId17" Type="http://schemas.openxmlformats.org/officeDocument/2006/relationships/image" Target="../media/image-31-17.png"/><Relationship Id="rId18" Type="http://schemas.openxmlformats.org/officeDocument/2006/relationships/image" Target="../media/image-31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image" Target="../media/image-32-5.png"/><Relationship Id="rId6" Type="http://schemas.openxmlformats.org/officeDocument/2006/relationships/image" Target="../media/image-32-6.svg"/><Relationship Id="rId7" Type="http://schemas.openxmlformats.org/officeDocument/2006/relationships/image" Target="../media/image-32-7.png"/><Relationship Id="rId8" Type="http://schemas.openxmlformats.org/officeDocument/2006/relationships/image" Target="../media/image-32-8.svg"/><Relationship Id="rId9" Type="http://schemas.openxmlformats.org/officeDocument/2006/relationships/image" Target="../media/image-32-9.png"/><Relationship Id="rId10" Type="http://schemas.openxmlformats.org/officeDocument/2006/relationships/image" Target="../media/image-32-10.sv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svg"/><Relationship Id="rId13" Type="http://schemas.openxmlformats.org/officeDocument/2006/relationships/image" Target="../media/image-32-13.png"/><Relationship Id="rId14" Type="http://schemas.openxmlformats.org/officeDocument/2006/relationships/image" Target="../media/image-32-14.svg"/><Relationship Id="rId15" Type="http://schemas.openxmlformats.org/officeDocument/2006/relationships/image" Target="../media/image-32-15.png"/><Relationship Id="rId16" Type="http://schemas.openxmlformats.org/officeDocument/2006/relationships/image" Target="../media/image-32-16.svg"/><Relationship Id="rId17" Type="http://schemas.openxmlformats.org/officeDocument/2006/relationships/image" Target="../media/image-32-17.png"/><Relationship Id="rId18" Type="http://schemas.openxmlformats.org/officeDocument/2006/relationships/image" Target="../media/image-32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svg"/><Relationship Id="rId5" Type="http://schemas.openxmlformats.org/officeDocument/2006/relationships/image" Target="../media/image-33-5.png"/><Relationship Id="rId6" Type="http://schemas.openxmlformats.org/officeDocument/2006/relationships/image" Target="../media/image-33-6.svg"/><Relationship Id="rId7" Type="http://schemas.openxmlformats.org/officeDocument/2006/relationships/image" Target="../media/image-33-7.png"/><Relationship Id="rId8" Type="http://schemas.openxmlformats.org/officeDocument/2006/relationships/image" Target="../media/image-33-8.svg"/><Relationship Id="rId9" Type="http://schemas.openxmlformats.org/officeDocument/2006/relationships/image" Target="../media/image-33-9.png"/><Relationship Id="rId10" Type="http://schemas.openxmlformats.org/officeDocument/2006/relationships/image" Target="../media/image-33-10.sv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svg"/><Relationship Id="rId13" Type="http://schemas.openxmlformats.org/officeDocument/2006/relationships/image" Target="../media/image-33-13.png"/><Relationship Id="rId14" Type="http://schemas.openxmlformats.org/officeDocument/2006/relationships/image" Target="../media/image-33-14.svg"/><Relationship Id="rId15" Type="http://schemas.openxmlformats.org/officeDocument/2006/relationships/image" Target="../media/image-33-15.png"/><Relationship Id="rId16" Type="http://schemas.openxmlformats.org/officeDocument/2006/relationships/image" Target="../media/image-3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jpg"/><Relationship Id="rId4" Type="http://schemas.openxmlformats.org/officeDocument/2006/relationships/image" Target="../media/image-34-4.png"/><Relationship Id="rId5" Type="http://schemas.openxmlformats.org/officeDocument/2006/relationships/image" Target="../media/image-34-5.svg"/><Relationship Id="rId6" Type="http://schemas.openxmlformats.org/officeDocument/2006/relationships/image" Target="../media/image-34-6.png"/><Relationship Id="rId7" Type="http://schemas.openxmlformats.org/officeDocument/2006/relationships/image" Target="../media/image-34-7.svg"/><Relationship Id="rId8" Type="http://schemas.openxmlformats.org/officeDocument/2006/relationships/image" Target="../media/image-34-8.png"/><Relationship Id="rId9" Type="http://schemas.openxmlformats.org/officeDocument/2006/relationships/image" Target="../media/image-34-9.svg"/><Relationship Id="rId10" Type="http://schemas.openxmlformats.org/officeDocument/2006/relationships/image" Target="../media/image-34-10.png"/><Relationship Id="rId11" Type="http://schemas.openxmlformats.org/officeDocument/2006/relationships/image" Target="../media/image-34-11.svg"/><Relationship Id="rId12" Type="http://schemas.openxmlformats.org/officeDocument/2006/relationships/image" Target="../media/image-34-12.png"/><Relationship Id="rId13" Type="http://schemas.openxmlformats.org/officeDocument/2006/relationships/image" Target="../media/image-34-13.svg"/><Relationship Id="rId14" Type="http://schemas.openxmlformats.org/officeDocument/2006/relationships/image" Target="../media/image-34-14.png"/><Relationship Id="rId15" Type="http://schemas.openxmlformats.org/officeDocument/2006/relationships/image" Target="../media/image-34-15.svg"/><Relationship Id="rId16" Type="http://schemas.openxmlformats.org/officeDocument/2006/relationships/image" Target="../media/image-34-16.png"/><Relationship Id="rId17" Type="http://schemas.openxmlformats.org/officeDocument/2006/relationships/image" Target="../media/image-34-17.svg"/><Relationship Id="rId18" Type="http://schemas.openxmlformats.org/officeDocument/2006/relationships/image" Target="../media/image-34-18.png"/><Relationship Id="rId19" Type="http://schemas.openxmlformats.org/officeDocument/2006/relationships/image" Target="../media/image-34-19.svg"/><Relationship Id="rId20" Type="http://schemas.openxmlformats.org/officeDocument/2006/relationships/image" Target="../media/image-34-20.png"/><Relationship Id="rId21" Type="http://schemas.openxmlformats.org/officeDocument/2006/relationships/image" Target="../media/image-34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image" Target="../media/image-35-5.png"/><Relationship Id="rId6" Type="http://schemas.openxmlformats.org/officeDocument/2006/relationships/image" Target="../media/image-35-6.svg"/><Relationship Id="rId7" Type="http://schemas.openxmlformats.org/officeDocument/2006/relationships/image" Target="../media/image-35-7.png"/><Relationship Id="rId8" Type="http://schemas.openxmlformats.org/officeDocument/2006/relationships/image" Target="../media/image-35-8.svg"/><Relationship Id="rId9" Type="http://schemas.openxmlformats.org/officeDocument/2006/relationships/image" Target="../media/image-35-9.png"/><Relationship Id="rId10" Type="http://schemas.openxmlformats.org/officeDocument/2006/relationships/image" Target="../media/image-35-10.svg"/><Relationship Id="rId11" Type="http://schemas.openxmlformats.org/officeDocument/2006/relationships/image" Target="../media/image-35-11.png"/><Relationship Id="rId12" Type="http://schemas.openxmlformats.org/officeDocument/2006/relationships/image" Target="../media/image-35-12.svg"/><Relationship Id="rId13" Type="http://schemas.openxmlformats.org/officeDocument/2006/relationships/image" Target="../media/image-35-13.png"/><Relationship Id="rId14" Type="http://schemas.openxmlformats.org/officeDocument/2006/relationships/image" Target="../media/image-3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image" Target="../media/image-36-7.png"/><Relationship Id="rId8" Type="http://schemas.openxmlformats.org/officeDocument/2006/relationships/image" Target="../media/image-36-8.svg"/><Relationship Id="rId9" Type="http://schemas.openxmlformats.org/officeDocument/2006/relationships/image" Target="../media/image-36-9.png"/><Relationship Id="rId10" Type="http://schemas.openxmlformats.org/officeDocument/2006/relationships/image" Target="../media/image-36-10.svg"/><Relationship Id="rId11" Type="http://schemas.openxmlformats.org/officeDocument/2006/relationships/image" Target="../media/image-36-11.png"/><Relationship Id="rId12" Type="http://schemas.openxmlformats.org/officeDocument/2006/relationships/image" Target="../media/image-36-12.svg"/><Relationship Id="rId13" Type="http://schemas.openxmlformats.org/officeDocument/2006/relationships/image" Target="../media/image-36-13.png"/><Relationship Id="rId14" Type="http://schemas.openxmlformats.org/officeDocument/2006/relationships/image" Target="../media/image-36-14.svg"/><Relationship Id="rId15" Type="http://schemas.openxmlformats.org/officeDocument/2006/relationships/image" Target="../media/image-36-15.png"/><Relationship Id="rId16" Type="http://schemas.openxmlformats.org/officeDocument/2006/relationships/image" Target="../media/image-36-16.svg"/><Relationship Id="rId17" Type="http://schemas.openxmlformats.org/officeDocument/2006/relationships/image" Target="../media/image-36-17.png"/><Relationship Id="rId18" Type="http://schemas.openxmlformats.org/officeDocument/2006/relationships/image" Target="../media/image-36-18.svg"/><Relationship Id="rId19" Type="http://schemas.openxmlformats.org/officeDocument/2006/relationships/image" Target="../media/image-36-19.png"/><Relationship Id="rId20" Type="http://schemas.openxmlformats.org/officeDocument/2006/relationships/image" Target="../media/image-36-20.svg"/><Relationship Id="rId21" Type="http://schemas.openxmlformats.org/officeDocument/2006/relationships/image" Target="../media/image-36-21.png"/><Relationship Id="rId22" Type="http://schemas.openxmlformats.org/officeDocument/2006/relationships/image" Target="../media/image-36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svg"/><Relationship Id="rId7" Type="http://schemas.openxmlformats.org/officeDocument/2006/relationships/image" Target="../media/image-37-7.png"/><Relationship Id="rId8" Type="http://schemas.openxmlformats.org/officeDocument/2006/relationships/image" Target="../media/image-37-8.svg"/><Relationship Id="rId9" Type="http://schemas.openxmlformats.org/officeDocument/2006/relationships/image" Target="../media/image-37-9.png"/><Relationship Id="rId10" Type="http://schemas.openxmlformats.org/officeDocument/2006/relationships/image" Target="../media/image-37-10.svg"/><Relationship Id="rId11" Type="http://schemas.openxmlformats.org/officeDocument/2006/relationships/image" Target="../media/image-37-11.png"/><Relationship Id="rId12" Type="http://schemas.openxmlformats.org/officeDocument/2006/relationships/image" Target="../media/image-37-12.svg"/><Relationship Id="rId13" Type="http://schemas.openxmlformats.org/officeDocument/2006/relationships/image" Target="../media/image-37-13.png"/><Relationship Id="rId14" Type="http://schemas.openxmlformats.org/officeDocument/2006/relationships/image" Target="../media/image-3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image" Target="../media/image-38-5.png"/><Relationship Id="rId6" Type="http://schemas.openxmlformats.org/officeDocument/2006/relationships/image" Target="../media/image-38-6.svg"/><Relationship Id="rId7" Type="http://schemas.openxmlformats.org/officeDocument/2006/relationships/image" Target="../media/image-38-7.png"/><Relationship Id="rId8" Type="http://schemas.openxmlformats.org/officeDocument/2006/relationships/image" Target="../media/image-38-8.svg"/><Relationship Id="rId9" Type="http://schemas.openxmlformats.org/officeDocument/2006/relationships/image" Target="../media/image-38-9.png"/><Relationship Id="rId10" Type="http://schemas.openxmlformats.org/officeDocument/2006/relationships/image" Target="../media/image-38-10.svg"/><Relationship Id="rId11" Type="http://schemas.openxmlformats.org/officeDocument/2006/relationships/image" Target="../media/image-38-11.png"/><Relationship Id="rId12" Type="http://schemas.openxmlformats.org/officeDocument/2006/relationships/image" Target="../media/image-38-12.svg"/><Relationship Id="rId13" Type="http://schemas.openxmlformats.org/officeDocument/2006/relationships/image" Target="../media/image-38-13.png"/><Relationship Id="rId14" Type="http://schemas.openxmlformats.org/officeDocument/2006/relationships/image" Target="../media/image-38-14.svg"/><Relationship Id="rId15" Type="http://schemas.openxmlformats.org/officeDocument/2006/relationships/image" Target="../media/image-38-15.png"/><Relationship Id="rId16" Type="http://schemas.openxmlformats.org/officeDocument/2006/relationships/image" Target="../media/image-38-16.svg"/><Relationship Id="rId17" Type="http://schemas.openxmlformats.org/officeDocument/2006/relationships/image" Target="../media/image-38-17.png"/><Relationship Id="rId18" Type="http://schemas.openxmlformats.org/officeDocument/2006/relationships/image" Target="../media/image-38-18.svg"/><Relationship Id="rId19" Type="http://schemas.openxmlformats.org/officeDocument/2006/relationships/image" Target="../media/image-38-19.png"/><Relationship Id="rId20" Type="http://schemas.openxmlformats.org/officeDocument/2006/relationships/image" Target="../media/image-38-20.svg"/><Relationship Id="rId21" Type="http://schemas.openxmlformats.org/officeDocument/2006/relationships/image" Target="../media/image-38-21.png"/><Relationship Id="rId22" Type="http://schemas.openxmlformats.org/officeDocument/2006/relationships/image" Target="../media/image-38-22.svg"/><Relationship Id="rId23" Type="http://schemas.openxmlformats.org/officeDocument/2006/relationships/image" Target="../media/image-38-23.png"/><Relationship Id="rId24" Type="http://schemas.openxmlformats.org/officeDocument/2006/relationships/image" Target="../media/image-38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image" Target="../media/image-39-9.png"/><Relationship Id="rId10" Type="http://schemas.openxmlformats.org/officeDocument/2006/relationships/image" Target="../media/image-39-10.svg"/><Relationship Id="rId11" Type="http://schemas.openxmlformats.org/officeDocument/2006/relationships/image" Target="../media/image-39-11.png"/><Relationship Id="rId12" Type="http://schemas.openxmlformats.org/officeDocument/2006/relationships/image" Target="../media/image-39-12.svg"/><Relationship Id="rId13" Type="http://schemas.openxmlformats.org/officeDocument/2006/relationships/image" Target="../media/image-39-13.png"/><Relationship Id="rId14" Type="http://schemas.openxmlformats.org/officeDocument/2006/relationships/image" Target="../media/image-39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image" Target="../media/image-40-7.png"/><Relationship Id="rId8" Type="http://schemas.openxmlformats.org/officeDocument/2006/relationships/image" Target="../media/image-40-8.svg"/><Relationship Id="rId9" Type="http://schemas.openxmlformats.org/officeDocument/2006/relationships/image" Target="../media/image-40-9.png"/><Relationship Id="rId10" Type="http://schemas.openxmlformats.org/officeDocument/2006/relationships/image" Target="../media/image-40-10.svg"/><Relationship Id="rId11" Type="http://schemas.openxmlformats.org/officeDocument/2006/relationships/image" Target="../media/image-40-11.png"/><Relationship Id="rId12" Type="http://schemas.openxmlformats.org/officeDocument/2006/relationships/image" Target="../media/image-40-12.svg"/><Relationship Id="rId13" Type="http://schemas.openxmlformats.org/officeDocument/2006/relationships/image" Target="../media/image-40-13.png"/><Relationship Id="rId14" Type="http://schemas.openxmlformats.org/officeDocument/2006/relationships/image" Target="../media/image-40-14.svg"/><Relationship Id="rId15" Type="http://schemas.openxmlformats.org/officeDocument/2006/relationships/image" Target="../media/image-40-15.png"/><Relationship Id="rId16" Type="http://schemas.openxmlformats.org/officeDocument/2006/relationships/image" Target="../media/image-40-16.svg"/><Relationship Id="rId17" Type="http://schemas.openxmlformats.org/officeDocument/2006/relationships/image" Target="../media/image-40-17.png"/><Relationship Id="rId18" Type="http://schemas.openxmlformats.org/officeDocument/2006/relationships/image" Target="../media/image-40-18.svg"/><Relationship Id="rId19" Type="http://schemas.openxmlformats.org/officeDocument/2006/relationships/image" Target="../media/image-40-19.png"/><Relationship Id="rId20" Type="http://schemas.openxmlformats.org/officeDocument/2006/relationships/image" Target="../media/image-40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image" Target="../media/image-41-5.png"/><Relationship Id="rId6" Type="http://schemas.openxmlformats.org/officeDocument/2006/relationships/image" Target="../media/image-41-6.svg"/><Relationship Id="rId7" Type="http://schemas.openxmlformats.org/officeDocument/2006/relationships/image" Target="../media/image-41-7.png"/><Relationship Id="rId8" Type="http://schemas.openxmlformats.org/officeDocument/2006/relationships/image" Target="../media/image-41-8.svg"/><Relationship Id="rId9" Type="http://schemas.openxmlformats.org/officeDocument/2006/relationships/image" Target="../media/image-41-9.png"/><Relationship Id="rId10" Type="http://schemas.openxmlformats.org/officeDocument/2006/relationships/image" Target="../media/image-41-10.svg"/><Relationship Id="rId11" Type="http://schemas.openxmlformats.org/officeDocument/2006/relationships/image" Target="../media/image-41-11.png"/><Relationship Id="rId12" Type="http://schemas.openxmlformats.org/officeDocument/2006/relationships/image" Target="../media/image-41-12.svg"/><Relationship Id="rId13" Type="http://schemas.openxmlformats.org/officeDocument/2006/relationships/image" Target="../media/image-41-13.png"/><Relationship Id="rId14" Type="http://schemas.openxmlformats.org/officeDocument/2006/relationships/image" Target="../media/image-41-14.svg"/><Relationship Id="rId15" Type="http://schemas.openxmlformats.org/officeDocument/2006/relationships/image" Target="../media/image-41-15.png"/><Relationship Id="rId16" Type="http://schemas.openxmlformats.org/officeDocument/2006/relationships/image" Target="../media/image-41-16.svg"/><Relationship Id="rId17" Type="http://schemas.openxmlformats.org/officeDocument/2006/relationships/image" Target="../media/image-41-17.png"/><Relationship Id="rId18" Type="http://schemas.openxmlformats.org/officeDocument/2006/relationships/image" Target="../media/image-41-18.svg"/><Relationship Id="rId19" Type="http://schemas.openxmlformats.org/officeDocument/2006/relationships/image" Target="../media/image-41-19.png"/><Relationship Id="rId20" Type="http://schemas.openxmlformats.org/officeDocument/2006/relationships/image" Target="../media/image-41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image" Target="../media/image-42-5.png"/><Relationship Id="rId6" Type="http://schemas.openxmlformats.org/officeDocument/2006/relationships/image" Target="../media/image-42-6.svg"/><Relationship Id="rId7" Type="http://schemas.openxmlformats.org/officeDocument/2006/relationships/image" Target="../media/image-42-7.png"/><Relationship Id="rId8" Type="http://schemas.openxmlformats.org/officeDocument/2006/relationships/image" Target="../media/image-42-8.svg"/><Relationship Id="rId9" Type="http://schemas.openxmlformats.org/officeDocument/2006/relationships/image" Target="../media/image-42-9.png"/><Relationship Id="rId10" Type="http://schemas.openxmlformats.org/officeDocument/2006/relationships/image" Target="../media/image-42-10.svg"/><Relationship Id="rId11" Type="http://schemas.openxmlformats.org/officeDocument/2006/relationships/image" Target="../media/image-42-11.png"/><Relationship Id="rId12" Type="http://schemas.openxmlformats.org/officeDocument/2006/relationships/image" Target="../media/image-42-12.svg"/><Relationship Id="rId13" Type="http://schemas.openxmlformats.org/officeDocument/2006/relationships/image" Target="../media/image-42-13.png"/><Relationship Id="rId14" Type="http://schemas.openxmlformats.org/officeDocument/2006/relationships/image" Target="../media/image-42-14.svg"/><Relationship Id="rId15" Type="http://schemas.openxmlformats.org/officeDocument/2006/relationships/image" Target="../media/image-42-15.png"/><Relationship Id="rId16" Type="http://schemas.openxmlformats.org/officeDocument/2006/relationships/image" Target="../media/image-42-16.svg"/><Relationship Id="rId17" Type="http://schemas.openxmlformats.org/officeDocument/2006/relationships/image" Target="../media/image-42-17.png"/><Relationship Id="rId18" Type="http://schemas.openxmlformats.org/officeDocument/2006/relationships/image" Target="../media/image-42-18.svg"/><Relationship Id="rId19" Type="http://schemas.openxmlformats.org/officeDocument/2006/relationships/image" Target="../media/image-42-19.png"/><Relationship Id="rId20" Type="http://schemas.openxmlformats.org/officeDocument/2006/relationships/image" Target="../media/image-4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image" Target="../media/image-43-5.png"/><Relationship Id="rId6" Type="http://schemas.openxmlformats.org/officeDocument/2006/relationships/image" Target="../media/image-43-6.svg"/><Relationship Id="rId7" Type="http://schemas.openxmlformats.org/officeDocument/2006/relationships/image" Target="../media/image-43-7.png"/><Relationship Id="rId8" Type="http://schemas.openxmlformats.org/officeDocument/2006/relationships/image" Target="../media/image-43-8.svg"/><Relationship Id="rId9" Type="http://schemas.openxmlformats.org/officeDocument/2006/relationships/image" Target="../media/image-43-9.png"/><Relationship Id="rId10" Type="http://schemas.openxmlformats.org/officeDocument/2006/relationships/image" Target="../media/image-43-10.svg"/><Relationship Id="rId11" Type="http://schemas.openxmlformats.org/officeDocument/2006/relationships/image" Target="../media/image-43-11.png"/><Relationship Id="rId12" Type="http://schemas.openxmlformats.org/officeDocument/2006/relationships/image" Target="../media/image-43-12.svg"/><Relationship Id="rId13" Type="http://schemas.openxmlformats.org/officeDocument/2006/relationships/image" Target="../media/image-43-13.png"/><Relationship Id="rId14" Type="http://schemas.openxmlformats.org/officeDocument/2006/relationships/image" Target="../media/image-43-14.svg"/><Relationship Id="rId15" Type="http://schemas.openxmlformats.org/officeDocument/2006/relationships/image" Target="../media/image-43-15.png"/><Relationship Id="rId16" Type="http://schemas.openxmlformats.org/officeDocument/2006/relationships/image" Target="../media/image-43-16.svg"/><Relationship Id="rId17" Type="http://schemas.openxmlformats.org/officeDocument/2006/relationships/image" Target="../media/image-43-17.png"/><Relationship Id="rId18" Type="http://schemas.openxmlformats.org/officeDocument/2006/relationships/image" Target="../media/image-43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image" Target="../media/image-44-5.png"/><Relationship Id="rId6" Type="http://schemas.openxmlformats.org/officeDocument/2006/relationships/image" Target="../media/image-44-6.svg"/><Relationship Id="rId7" Type="http://schemas.openxmlformats.org/officeDocument/2006/relationships/image" Target="../media/image-44-7.png"/><Relationship Id="rId8" Type="http://schemas.openxmlformats.org/officeDocument/2006/relationships/image" Target="../media/image-44-8.svg"/><Relationship Id="rId9" Type="http://schemas.openxmlformats.org/officeDocument/2006/relationships/image" Target="../media/image-44-9.png"/><Relationship Id="rId10" Type="http://schemas.openxmlformats.org/officeDocument/2006/relationships/image" Target="../media/image-44-10.svg"/><Relationship Id="rId11" Type="http://schemas.openxmlformats.org/officeDocument/2006/relationships/image" Target="../media/image-44-11.png"/><Relationship Id="rId12" Type="http://schemas.openxmlformats.org/officeDocument/2006/relationships/image" Target="../media/image-44-12.svg"/><Relationship Id="rId13" Type="http://schemas.openxmlformats.org/officeDocument/2006/relationships/image" Target="../media/image-44-13.png"/><Relationship Id="rId14" Type="http://schemas.openxmlformats.org/officeDocument/2006/relationships/image" Target="../media/image-44-14.svg"/><Relationship Id="rId15" Type="http://schemas.openxmlformats.org/officeDocument/2006/relationships/image" Target="../media/image-44-15.png"/><Relationship Id="rId16" Type="http://schemas.openxmlformats.org/officeDocument/2006/relationships/image" Target="../media/image-44-16.svg"/><Relationship Id="rId17" Type="http://schemas.openxmlformats.org/officeDocument/2006/relationships/image" Target="../media/image-44-17.png"/><Relationship Id="rId18" Type="http://schemas.openxmlformats.org/officeDocument/2006/relationships/image" Target="../media/image-44-18.svg"/><Relationship Id="rId19" Type="http://schemas.openxmlformats.org/officeDocument/2006/relationships/image" Target="../media/image-44-19.png"/><Relationship Id="rId20" Type="http://schemas.openxmlformats.org/officeDocument/2006/relationships/image" Target="../media/image-44-20.svg"/><Relationship Id="rId21" Type="http://schemas.openxmlformats.org/officeDocument/2006/relationships/image" Target="../media/image-44-21.png"/><Relationship Id="rId22" Type="http://schemas.openxmlformats.org/officeDocument/2006/relationships/image" Target="../media/image-44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image" Target="../media/image-45-5.png"/><Relationship Id="rId6" Type="http://schemas.openxmlformats.org/officeDocument/2006/relationships/image" Target="../media/image-45-6.svg"/><Relationship Id="rId7" Type="http://schemas.openxmlformats.org/officeDocument/2006/relationships/image" Target="../media/image-45-7.png"/><Relationship Id="rId8" Type="http://schemas.openxmlformats.org/officeDocument/2006/relationships/image" Target="../media/image-45-8.svg"/><Relationship Id="rId9" Type="http://schemas.openxmlformats.org/officeDocument/2006/relationships/image" Target="../media/image-45-9.png"/><Relationship Id="rId10" Type="http://schemas.openxmlformats.org/officeDocument/2006/relationships/image" Target="../media/image-45-10.svg"/><Relationship Id="rId11" Type="http://schemas.openxmlformats.org/officeDocument/2006/relationships/image" Target="../media/image-45-11.png"/><Relationship Id="rId12" Type="http://schemas.openxmlformats.org/officeDocument/2006/relationships/image" Target="../media/image-45-12.svg"/><Relationship Id="rId13" Type="http://schemas.openxmlformats.org/officeDocument/2006/relationships/image" Target="../media/image-45-13.png"/><Relationship Id="rId14" Type="http://schemas.openxmlformats.org/officeDocument/2006/relationships/image" Target="../media/image-45-14.svg"/><Relationship Id="rId15" Type="http://schemas.openxmlformats.org/officeDocument/2006/relationships/image" Target="../media/image-45-15.png"/><Relationship Id="rId16" Type="http://schemas.openxmlformats.org/officeDocument/2006/relationships/image" Target="../media/image-45-16.svg"/><Relationship Id="rId17" Type="http://schemas.openxmlformats.org/officeDocument/2006/relationships/image" Target="../media/image-45-17.png"/><Relationship Id="rId18" Type="http://schemas.openxmlformats.org/officeDocument/2006/relationships/image" Target="../media/image-45-18.svg"/><Relationship Id="rId19" Type="http://schemas.openxmlformats.org/officeDocument/2006/relationships/image" Target="../media/image-45-19.png"/><Relationship Id="rId20" Type="http://schemas.openxmlformats.org/officeDocument/2006/relationships/image" Target="../media/image-45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svg"/><Relationship Id="rId5" Type="http://schemas.openxmlformats.org/officeDocument/2006/relationships/image" Target="../media/image-46-5.png"/><Relationship Id="rId6" Type="http://schemas.openxmlformats.org/officeDocument/2006/relationships/image" Target="../media/image-46-6.svg"/><Relationship Id="rId7" Type="http://schemas.openxmlformats.org/officeDocument/2006/relationships/image" Target="../media/image-46-7.png"/><Relationship Id="rId8" Type="http://schemas.openxmlformats.org/officeDocument/2006/relationships/image" Target="../media/image-46-8.svg"/><Relationship Id="rId9" Type="http://schemas.openxmlformats.org/officeDocument/2006/relationships/image" Target="../media/image-46-9.png"/><Relationship Id="rId10" Type="http://schemas.openxmlformats.org/officeDocument/2006/relationships/image" Target="../media/image-46-10.svg"/><Relationship Id="rId11" Type="http://schemas.openxmlformats.org/officeDocument/2006/relationships/image" Target="../media/image-46-11.png"/><Relationship Id="rId12" Type="http://schemas.openxmlformats.org/officeDocument/2006/relationships/image" Target="../media/image-46-12.svg"/><Relationship Id="rId13" Type="http://schemas.openxmlformats.org/officeDocument/2006/relationships/image" Target="../media/image-46-13.png"/><Relationship Id="rId14" Type="http://schemas.openxmlformats.org/officeDocument/2006/relationships/image" Target="../media/image-46-14.svg"/><Relationship Id="rId15" Type="http://schemas.openxmlformats.org/officeDocument/2006/relationships/image" Target="../media/image-46-15.png"/><Relationship Id="rId16" Type="http://schemas.openxmlformats.org/officeDocument/2006/relationships/image" Target="../media/image-46-16.svg"/><Relationship Id="rId17" Type="http://schemas.openxmlformats.org/officeDocument/2006/relationships/image" Target="../media/image-46-17.png"/><Relationship Id="rId18" Type="http://schemas.openxmlformats.org/officeDocument/2006/relationships/image" Target="../media/image-46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image" Target="../media/image-47-3.png"/><Relationship Id="rId4" Type="http://schemas.openxmlformats.org/officeDocument/2006/relationships/image" Target="../media/image-47-4.svg"/><Relationship Id="rId5" Type="http://schemas.openxmlformats.org/officeDocument/2006/relationships/image" Target="../media/image-47-5.png"/><Relationship Id="rId6" Type="http://schemas.openxmlformats.org/officeDocument/2006/relationships/image" Target="../media/image-47-6.svg"/><Relationship Id="rId7" Type="http://schemas.openxmlformats.org/officeDocument/2006/relationships/image" Target="../media/image-47-7.png"/><Relationship Id="rId8" Type="http://schemas.openxmlformats.org/officeDocument/2006/relationships/image" Target="../media/image-47-8.svg"/><Relationship Id="rId9" Type="http://schemas.openxmlformats.org/officeDocument/2006/relationships/image" Target="../media/image-47-9.png"/><Relationship Id="rId10" Type="http://schemas.openxmlformats.org/officeDocument/2006/relationships/image" Target="../media/image-47-10.svg"/><Relationship Id="rId11" Type="http://schemas.openxmlformats.org/officeDocument/2006/relationships/image" Target="../media/image-47-11.png"/><Relationship Id="rId12" Type="http://schemas.openxmlformats.org/officeDocument/2006/relationships/image" Target="../media/image-47-12.svg"/><Relationship Id="rId13" Type="http://schemas.openxmlformats.org/officeDocument/2006/relationships/image" Target="../media/image-47-13.png"/><Relationship Id="rId14" Type="http://schemas.openxmlformats.org/officeDocument/2006/relationships/image" Target="../media/image-4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image" Target="../media/image-48-3.png"/><Relationship Id="rId4" Type="http://schemas.openxmlformats.org/officeDocument/2006/relationships/image" Target="../media/image-48-4.svg"/><Relationship Id="rId5" Type="http://schemas.openxmlformats.org/officeDocument/2006/relationships/image" Target="../media/image-48-5.png"/><Relationship Id="rId6" Type="http://schemas.openxmlformats.org/officeDocument/2006/relationships/image" Target="../media/image-48-6.svg"/><Relationship Id="rId7" Type="http://schemas.openxmlformats.org/officeDocument/2006/relationships/image" Target="../media/image-48-7.png"/><Relationship Id="rId8" Type="http://schemas.openxmlformats.org/officeDocument/2006/relationships/image" Target="../media/image-48-8.svg"/><Relationship Id="rId9" Type="http://schemas.openxmlformats.org/officeDocument/2006/relationships/image" Target="../media/image-48-9.png"/><Relationship Id="rId10" Type="http://schemas.openxmlformats.org/officeDocument/2006/relationships/image" Target="../media/image-48-10.svg"/><Relationship Id="rId11" Type="http://schemas.openxmlformats.org/officeDocument/2006/relationships/image" Target="../media/image-48-11.png"/><Relationship Id="rId12" Type="http://schemas.openxmlformats.org/officeDocument/2006/relationships/image" Target="../media/image-48-12.svg"/><Relationship Id="rId13" Type="http://schemas.openxmlformats.org/officeDocument/2006/relationships/image" Target="../media/image-48-13.png"/><Relationship Id="rId14" Type="http://schemas.openxmlformats.org/officeDocument/2006/relationships/image" Target="../media/image-48-14.svg"/><Relationship Id="rId15" Type="http://schemas.openxmlformats.org/officeDocument/2006/relationships/image" Target="../media/image-48-15.png"/><Relationship Id="rId16" Type="http://schemas.openxmlformats.org/officeDocument/2006/relationships/image" Target="../media/image-48-16.svg"/><Relationship Id="rId17" Type="http://schemas.openxmlformats.org/officeDocument/2006/relationships/image" Target="../media/image-48-17.png"/><Relationship Id="rId18" Type="http://schemas.openxmlformats.org/officeDocument/2006/relationships/image" Target="../media/image-48-18.svg"/><Relationship Id="rId19" Type="http://schemas.openxmlformats.org/officeDocument/2006/relationships/image" Target="../media/image-48-19.png"/><Relationship Id="rId20" Type="http://schemas.openxmlformats.org/officeDocument/2006/relationships/image" Target="../media/image-48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image" Target="../media/image-49-3.png"/><Relationship Id="rId4" Type="http://schemas.openxmlformats.org/officeDocument/2006/relationships/image" Target="../media/image-49-4.svg"/><Relationship Id="rId5" Type="http://schemas.openxmlformats.org/officeDocument/2006/relationships/image" Target="../media/image-49-5.png"/><Relationship Id="rId6" Type="http://schemas.openxmlformats.org/officeDocument/2006/relationships/image" Target="../media/image-49-6.svg"/><Relationship Id="rId7" Type="http://schemas.openxmlformats.org/officeDocument/2006/relationships/image" Target="../media/image-49-7.png"/><Relationship Id="rId8" Type="http://schemas.openxmlformats.org/officeDocument/2006/relationships/image" Target="../media/image-49-8.svg"/><Relationship Id="rId9" Type="http://schemas.openxmlformats.org/officeDocument/2006/relationships/image" Target="../media/image-49-9.png"/><Relationship Id="rId10" Type="http://schemas.openxmlformats.org/officeDocument/2006/relationships/image" Target="../media/image-49-10.svg"/><Relationship Id="rId11" Type="http://schemas.openxmlformats.org/officeDocument/2006/relationships/image" Target="../media/image-49-11.png"/><Relationship Id="rId12" Type="http://schemas.openxmlformats.org/officeDocument/2006/relationships/image" Target="../media/image-49-12.svg"/><Relationship Id="rId13" Type="http://schemas.openxmlformats.org/officeDocument/2006/relationships/image" Target="../media/image-49-13.png"/><Relationship Id="rId14" Type="http://schemas.openxmlformats.org/officeDocument/2006/relationships/image" Target="../media/image-49-14.svg"/><Relationship Id="rId15" Type="http://schemas.openxmlformats.org/officeDocument/2006/relationships/image" Target="../media/image-49-15.png"/><Relationship Id="rId16" Type="http://schemas.openxmlformats.org/officeDocument/2006/relationships/image" Target="../media/image-49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image" Target="../media/image-50-3.png"/><Relationship Id="rId4" Type="http://schemas.openxmlformats.org/officeDocument/2006/relationships/image" Target="../media/image-50-4.svg"/><Relationship Id="rId5" Type="http://schemas.openxmlformats.org/officeDocument/2006/relationships/image" Target="../media/image-50-5.png"/><Relationship Id="rId6" Type="http://schemas.openxmlformats.org/officeDocument/2006/relationships/image" Target="../media/image-50-6.svg"/><Relationship Id="rId7" Type="http://schemas.openxmlformats.org/officeDocument/2006/relationships/image" Target="../media/image-50-7.png"/><Relationship Id="rId8" Type="http://schemas.openxmlformats.org/officeDocument/2006/relationships/image" Target="../media/image-50-8.svg"/><Relationship Id="rId9" Type="http://schemas.openxmlformats.org/officeDocument/2006/relationships/image" Target="../media/image-50-9.png"/><Relationship Id="rId10" Type="http://schemas.openxmlformats.org/officeDocument/2006/relationships/image" Target="../media/image-50-10.svg"/><Relationship Id="rId11" Type="http://schemas.openxmlformats.org/officeDocument/2006/relationships/image" Target="../media/image-50-11.png"/><Relationship Id="rId12" Type="http://schemas.openxmlformats.org/officeDocument/2006/relationships/image" Target="../media/image-50-12.svg"/><Relationship Id="rId13" Type="http://schemas.openxmlformats.org/officeDocument/2006/relationships/image" Target="../media/image-50-13.png"/><Relationship Id="rId14" Type="http://schemas.openxmlformats.org/officeDocument/2006/relationships/image" Target="../media/image-50-14.svg"/><Relationship Id="rId15" Type="http://schemas.openxmlformats.org/officeDocument/2006/relationships/image" Target="../media/image-50-15.png"/><Relationship Id="rId16" Type="http://schemas.openxmlformats.org/officeDocument/2006/relationships/image" Target="../media/image-50-16.svg"/><Relationship Id="rId17" Type="http://schemas.openxmlformats.org/officeDocument/2006/relationships/image" Target="../media/image-50-17.png"/><Relationship Id="rId18" Type="http://schemas.openxmlformats.org/officeDocument/2006/relationships/image" Target="../media/image-50-18.svg"/><Relationship Id="rId19" Type="http://schemas.openxmlformats.org/officeDocument/2006/relationships/image" Target="../media/image-50-19.png"/><Relationship Id="rId20" Type="http://schemas.openxmlformats.org/officeDocument/2006/relationships/image" Target="../media/image-50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image" Target="../media/image-51-3.jpg"/><Relationship Id="rId4" Type="http://schemas.openxmlformats.org/officeDocument/2006/relationships/image" Target="../media/image-51-4.jpg"/><Relationship Id="rId5" Type="http://schemas.openxmlformats.org/officeDocument/2006/relationships/image" Target="../media/image-51-5.png"/><Relationship Id="rId6" Type="http://schemas.openxmlformats.org/officeDocument/2006/relationships/image" Target="../media/image-51-6.svg"/><Relationship Id="rId7" Type="http://schemas.openxmlformats.org/officeDocument/2006/relationships/image" Target="../media/image-51-7.png"/><Relationship Id="rId8" Type="http://schemas.openxmlformats.org/officeDocument/2006/relationships/image" Target="../media/image-51-8.svg"/><Relationship Id="rId9" Type="http://schemas.openxmlformats.org/officeDocument/2006/relationships/image" Target="../media/image-51-9.png"/><Relationship Id="rId10" Type="http://schemas.openxmlformats.org/officeDocument/2006/relationships/image" Target="../media/image-51-10.svg"/><Relationship Id="rId11" Type="http://schemas.openxmlformats.org/officeDocument/2006/relationships/image" Target="../media/image-51-11.png"/><Relationship Id="rId12" Type="http://schemas.openxmlformats.org/officeDocument/2006/relationships/image" Target="../media/image-51-12.svg"/><Relationship Id="rId13" Type="http://schemas.openxmlformats.org/officeDocument/2006/relationships/image" Target="../media/image-51-13.png"/><Relationship Id="rId14" Type="http://schemas.openxmlformats.org/officeDocument/2006/relationships/image" Target="../media/image-51-14.svg"/><Relationship Id="rId15" Type="http://schemas.openxmlformats.org/officeDocument/2006/relationships/image" Target="../media/image-51-15.png"/><Relationship Id="rId16" Type="http://schemas.openxmlformats.org/officeDocument/2006/relationships/image" Target="../media/image-5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image" Target="../media/image-52-5.png"/><Relationship Id="rId6" Type="http://schemas.openxmlformats.org/officeDocument/2006/relationships/image" Target="../media/image-52-6.svg"/><Relationship Id="rId7" Type="http://schemas.openxmlformats.org/officeDocument/2006/relationships/image" Target="../media/image-52-7.png"/><Relationship Id="rId8" Type="http://schemas.openxmlformats.org/officeDocument/2006/relationships/image" Target="../media/image-52-8.svg"/><Relationship Id="rId9" Type="http://schemas.openxmlformats.org/officeDocument/2006/relationships/image" Target="../media/image-52-9.png"/><Relationship Id="rId10" Type="http://schemas.openxmlformats.org/officeDocument/2006/relationships/image" Target="../media/image-52-10.svg"/><Relationship Id="rId11" Type="http://schemas.openxmlformats.org/officeDocument/2006/relationships/image" Target="../media/image-52-11.png"/><Relationship Id="rId12" Type="http://schemas.openxmlformats.org/officeDocument/2006/relationships/image" Target="../media/image-52-12.svg"/><Relationship Id="rId13" Type="http://schemas.openxmlformats.org/officeDocument/2006/relationships/image" Target="../media/image-52-13.png"/><Relationship Id="rId14" Type="http://schemas.openxmlformats.org/officeDocument/2006/relationships/image" Target="../media/image-52-14.svg"/><Relationship Id="rId15" Type="http://schemas.openxmlformats.org/officeDocument/2006/relationships/image" Target="../media/image-52-15.png"/><Relationship Id="rId16" Type="http://schemas.openxmlformats.org/officeDocument/2006/relationships/image" Target="../media/image-52-16.svg"/><Relationship Id="rId17" Type="http://schemas.openxmlformats.org/officeDocument/2006/relationships/image" Target="../media/image-52-17.png"/><Relationship Id="rId18" Type="http://schemas.openxmlformats.org/officeDocument/2006/relationships/image" Target="../media/image-52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image" Target="../media/image-53-3.png"/><Relationship Id="rId4" Type="http://schemas.openxmlformats.org/officeDocument/2006/relationships/image" Target="../media/image-53-4.svg"/><Relationship Id="rId5" Type="http://schemas.openxmlformats.org/officeDocument/2006/relationships/image" Target="../media/image-53-5.png"/><Relationship Id="rId6" Type="http://schemas.openxmlformats.org/officeDocument/2006/relationships/image" Target="../media/image-53-6.svg"/><Relationship Id="rId7" Type="http://schemas.openxmlformats.org/officeDocument/2006/relationships/image" Target="../media/image-53-7.png"/><Relationship Id="rId8" Type="http://schemas.openxmlformats.org/officeDocument/2006/relationships/image" Target="../media/image-53-8.svg"/><Relationship Id="rId9" Type="http://schemas.openxmlformats.org/officeDocument/2006/relationships/image" Target="../media/image-53-9.png"/><Relationship Id="rId10" Type="http://schemas.openxmlformats.org/officeDocument/2006/relationships/image" Target="../media/image-53-10.svg"/><Relationship Id="rId11" Type="http://schemas.openxmlformats.org/officeDocument/2006/relationships/image" Target="../media/image-53-11.png"/><Relationship Id="rId12" Type="http://schemas.openxmlformats.org/officeDocument/2006/relationships/image" Target="../media/image-53-12.svg"/><Relationship Id="rId13" Type="http://schemas.openxmlformats.org/officeDocument/2006/relationships/image" Target="../media/image-53-13.png"/><Relationship Id="rId14" Type="http://schemas.openxmlformats.org/officeDocument/2006/relationships/image" Target="../media/image-53-14.svg"/><Relationship Id="rId15" Type="http://schemas.openxmlformats.org/officeDocument/2006/relationships/image" Target="../media/image-53-15.png"/><Relationship Id="rId16" Type="http://schemas.openxmlformats.org/officeDocument/2006/relationships/image" Target="../media/image-5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3.png"/><Relationship Id="rId4" Type="http://schemas.openxmlformats.org/officeDocument/2006/relationships/image" Target="../media/image-54-4.svg"/><Relationship Id="rId5" Type="http://schemas.openxmlformats.org/officeDocument/2006/relationships/image" Target="../media/image-54-5.png"/><Relationship Id="rId6" Type="http://schemas.openxmlformats.org/officeDocument/2006/relationships/image" Target="../media/image-54-6.svg"/><Relationship Id="rId7" Type="http://schemas.openxmlformats.org/officeDocument/2006/relationships/image" Target="../media/image-54-7.png"/><Relationship Id="rId8" Type="http://schemas.openxmlformats.org/officeDocument/2006/relationships/image" Target="../media/image-54-8.svg"/><Relationship Id="rId9" Type="http://schemas.openxmlformats.org/officeDocument/2006/relationships/image" Target="../media/image-54-9.png"/><Relationship Id="rId10" Type="http://schemas.openxmlformats.org/officeDocument/2006/relationships/image" Target="../media/image-54-10.svg"/><Relationship Id="rId11" Type="http://schemas.openxmlformats.org/officeDocument/2006/relationships/image" Target="../media/image-54-11.png"/><Relationship Id="rId12" Type="http://schemas.openxmlformats.org/officeDocument/2006/relationships/image" Target="../media/image-54-12.svg"/><Relationship Id="rId13" Type="http://schemas.openxmlformats.org/officeDocument/2006/relationships/image" Target="../media/image-54-13.png"/><Relationship Id="rId14" Type="http://schemas.openxmlformats.org/officeDocument/2006/relationships/image" Target="../media/image-54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image" Target="../media/image-55-3.png"/><Relationship Id="rId4" Type="http://schemas.openxmlformats.org/officeDocument/2006/relationships/image" Target="../media/image-55-4.svg"/><Relationship Id="rId5" Type="http://schemas.openxmlformats.org/officeDocument/2006/relationships/image" Target="../media/image-55-5.png"/><Relationship Id="rId6" Type="http://schemas.openxmlformats.org/officeDocument/2006/relationships/image" Target="../media/image-55-6.svg"/><Relationship Id="rId7" Type="http://schemas.openxmlformats.org/officeDocument/2006/relationships/image" Target="../media/image-55-7.png"/><Relationship Id="rId8" Type="http://schemas.openxmlformats.org/officeDocument/2006/relationships/image" Target="../media/image-55-8.svg"/><Relationship Id="rId9" Type="http://schemas.openxmlformats.org/officeDocument/2006/relationships/image" Target="../media/image-55-9.png"/><Relationship Id="rId10" Type="http://schemas.openxmlformats.org/officeDocument/2006/relationships/image" Target="../media/image-55-10.svg"/><Relationship Id="rId11" Type="http://schemas.openxmlformats.org/officeDocument/2006/relationships/image" Target="../media/image-55-11.png"/><Relationship Id="rId12" Type="http://schemas.openxmlformats.org/officeDocument/2006/relationships/image" Target="../media/image-55-12.svg"/><Relationship Id="rId13" Type="http://schemas.openxmlformats.org/officeDocument/2006/relationships/image" Target="../media/image-55-13.png"/><Relationship Id="rId14" Type="http://schemas.openxmlformats.org/officeDocument/2006/relationships/image" Target="../media/image-55-14.svg"/><Relationship Id="rId15" Type="http://schemas.openxmlformats.org/officeDocument/2006/relationships/image" Target="../media/image-55-15.png"/><Relationship Id="rId16" Type="http://schemas.openxmlformats.org/officeDocument/2006/relationships/image" Target="../media/image-55-16.svg"/><Relationship Id="rId17" Type="http://schemas.openxmlformats.org/officeDocument/2006/relationships/image" Target="../media/image-55-17.png"/><Relationship Id="rId18" Type="http://schemas.openxmlformats.org/officeDocument/2006/relationships/image" Target="../media/image-55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image" Target="../media/image-56-3.png"/><Relationship Id="rId4" Type="http://schemas.openxmlformats.org/officeDocument/2006/relationships/image" Target="../media/image-56-4.svg"/><Relationship Id="rId5" Type="http://schemas.openxmlformats.org/officeDocument/2006/relationships/image" Target="../media/image-56-5.png"/><Relationship Id="rId6" Type="http://schemas.openxmlformats.org/officeDocument/2006/relationships/image" Target="../media/image-56-6.svg"/><Relationship Id="rId7" Type="http://schemas.openxmlformats.org/officeDocument/2006/relationships/image" Target="../media/image-56-7.png"/><Relationship Id="rId8" Type="http://schemas.openxmlformats.org/officeDocument/2006/relationships/image" Target="../media/image-56-8.svg"/><Relationship Id="rId9" Type="http://schemas.openxmlformats.org/officeDocument/2006/relationships/image" Target="../media/image-56-9.png"/><Relationship Id="rId10" Type="http://schemas.openxmlformats.org/officeDocument/2006/relationships/image" Target="../media/image-56-10.svg"/><Relationship Id="rId11" Type="http://schemas.openxmlformats.org/officeDocument/2006/relationships/image" Target="../media/image-56-11.png"/><Relationship Id="rId12" Type="http://schemas.openxmlformats.org/officeDocument/2006/relationships/image" Target="../media/image-56-12.svg"/><Relationship Id="rId13" Type="http://schemas.openxmlformats.org/officeDocument/2006/relationships/image" Target="../media/image-56-13.png"/><Relationship Id="rId14" Type="http://schemas.openxmlformats.org/officeDocument/2006/relationships/image" Target="../media/image-56-14.svg"/><Relationship Id="rId15" Type="http://schemas.openxmlformats.org/officeDocument/2006/relationships/image" Target="../media/image-56-15.png"/><Relationship Id="rId16" Type="http://schemas.openxmlformats.org/officeDocument/2006/relationships/image" Target="../media/image-56-16.svg"/><Relationship Id="rId17" Type="http://schemas.openxmlformats.org/officeDocument/2006/relationships/image" Target="../media/image-56-17.png"/><Relationship Id="rId18" Type="http://schemas.openxmlformats.org/officeDocument/2006/relationships/image" Target="../media/image-56-18.svg"/><Relationship Id="rId19" Type="http://schemas.openxmlformats.org/officeDocument/2006/relationships/image" Target="../media/image-56-19.png"/><Relationship Id="rId20" Type="http://schemas.openxmlformats.org/officeDocument/2006/relationships/image" Target="../media/image-56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image" Target="../media/image-57-3.png"/><Relationship Id="rId4" Type="http://schemas.openxmlformats.org/officeDocument/2006/relationships/image" Target="../media/image-57-4.svg"/><Relationship Id="rId5" Type="http://schemas.openxmlformats.org/officeDocument/2006/relationships/image" Target="../media/image-57-5.png"/><Relationship Id="rId6" Type="http://schemas.openxmlformats.org/officeDocument/2006/relationships/image" Target="../media/image-57-6.svg"/><Relationship Id="rId7" Type="http://schemas.openxmlformats.org/officeDocument/2006/relationships/image" Target="../media/image-57-7.png"/><Relationship Id="rId8" Type="http://schemas.openxmlformats.org/officeDocument/2006/relationships/image" Target="../media/image-57-8.svg"/><Relationship Id="rId9" Type="http://schemas.openxmlformats.org/officeDocument/2006/relationships/image" Target="../media/image-57-9.png"/><Relationship Id="rId10" Type="http://schemas.openxmlformats.org/officeDocument/2006/relationships/image" Target="../media/image-57-10.svg"/><Relationship Id="rId11" Type="http://schemas.openxmlformats.org/officeDocument/2006/relationships/image" Target="../media/image-57-11.png"/><Relationship Id="rId12" Type="http://schemas.openxmlformats.org/officeDocument/2006/relationships/image" Target="../media/image-57-12.svg"/><Relationship Id="rId13" Type="http://schemas.openxmlformats.org/officeDocument/2006/relationships/image" Target="../media/image-57-13.png"/><Relationship Id="rId14" Type="http://schemas.openxmlformats.org/officeDocument/2006/relationships/image" Target="../media/image-57-14.svg"/><Relationship Id="rId15" Type="http://schemas.openxmlformats.org/officeDocument/2006/relationships/image" Target="../media/image-57-15.png"/><Relationship Id="rId16" Type="http://schemas.openxmlformats.org/officeDocument/2006/relationships/image" Target="../media/image-57-16.svg"/><Relationship Id="rId17" Type="http://schemas.openxmlformats.org/officeDocument/2006/relationships/image" Target="../media/image-57-17.png"/><Relationship Id="rId18" Type="http://schemas.openxmlformats.org/officeDocument/2006/relationships/image" Target="../media/image-57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image" Target="../media/image-58-3.png"/><Relationship Id="rId4" Type="http://schemas.openxmlformats.org/officeDocument/2006/relationships/image" Target="../media/image-58-4.svg"/><Relationship Id="rId5" Type="http://schemas.openxmlformats.org/officeDocument/2006/relationships/image" Target="../media/image-58-5.png"/><Relationship Id="rId6" Type="http://schemas.openxmlformats.org/officeDocument/2006/relationships/image" Target="../media/image-58-6.svg"/><Relationship Id="rId7" Type="http://schemas.openxmlformats.org/officeDocument/2006/relationships/image" Target="../media/image-58-7.png"/><Relationship Id="rId8" Type="http://schemas.openxmlformats.org/officeDocument/2006/relationships/image" Target="../media/image-58-8.svg"/><Relationship Id="rId9" Type="http://schemas.openxmlformats.org/officeDocument/2006/relationships/image" Target="../media/image-58-9.png"/><Relationship Id="rId10" Type="http://schemas.openxmlformats.org/officeDocument/2006/relationships/image" Target="../media/image-58-10.svg"/><Relationship Id="rId11" Type="http://schemas.openxmlformats.org/officeDocument/2006/relationships/image" Target="../media/image-58-11.png"/><Relationship Id="rId12" Type="http://schemas.openxmlformats.org/officeDocument/2006/relationships/image" Target="../media/image-58-12.svg"/><Relationship Id="rId13" Type="http://schemas.openxmlformats.org/officeDocument/2006/relationships/image" Target="../media/image-58-13.png"/><Relationship Id="rId14" Type="http://schemas.openxmlformats.org/officeDocument/2006/relationships/image" Target="../media/image-58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image" Target="../media/image-59-3.png"/><Relationship Id="rId4" Type="http://schemas.openxmlformats.org/officeDocument/2006/relationships/image" Target="../media/image-59-4.svg"/><Relationship Id="rId5" Type="http://schemas.openxmlformats.org/officeDocument/2006/relationships/image" Target="../media/image-59-5.png"/><Relationship Id="rId6" Type="http://schemas.openxmlformats.org/officeDocument/2006/relationships/image" Target="../media/image-59-6.svg"/><Relationship Id="rId7" Type="http://schemas.openxmlformats.org/officeDocument/2006/relationships/image" Target="../media/image-59-7.png"/><Relationship Id="rId8" Type="http://schemas.openxmlformats.org/officeDocument/2006/relationships/image" Target="../media/image-59-8.svg"/><Relationship Id="rId9" Type="http://schemas.openxmlformats.org/officeDocument/2006/relationships/image" Target="../media/image-59-9.png"/><Relationship Id="rId10" Type="http://schemas.openxmlformats.org/officeDocument/2006/relationships/image" Target="../media/image-59-10.svg"/><Relationship Id="rId11" Type="http://schemas.openxmlformats.org/officeDocument/2006/relationships/image" Target="../media/image-59-11.jpg"/><Relationship Id="rId12" Type="http://schemas.openxmlformats.org/officeDocument/2006/relationships/image" Target="../media/image-59-12.png"/><Relationship Id="rId13" Type="http://schemas.openxmlformats.org/officeDocument/2006/relationships/image" Target="../media/image-59-13.svg"/><Relationship Id="rId14" Type="http://schemas.openxmlformats.org/officeDocument/2006/relationships/image" Target="../media/image-59-14.png"/><Relationship Id="rId15" Type="http://schemas.openxmlformats.org/officeDocument/2006/relationships/image" Target="../media/image-59-15.svg"/><Relationship Id="rId16" Type="http://schemas.openxmlformats.org/officeDocument/2006/relationships/image" Target="../media/image-59-16.png"/><Relationship Id="rId17" Type="http://schemas.openxmlformats.org/officeDocument/2006/relationships/image" Target="../media/image-59-17.svg"/><Relationship Id="rId18" Type="http://schemas.openxmlformats.org/officeDocument/2006/relationships/image" Target="../media/image-59-18.png"/><Relationship Id="rId19" Type="http://schemas.openxmlformats.org/officeDocument/2006/relationships/image" Target="../media/image-59-19.svg"/><Relationship Id="rId20" Type="http://schemas.openxmlformats.org/officeDocument/2006/relationships/image" Target="../media/image-59-20.png"/><Relationship Id="rId21" Type="http://schemas.openxmlformats.org/officeDocument/2006/relationships/image" Target="../media/image-59-21.svg"/><Relationship Id="rId22" Type="http://schemas.openxmlformats.org/officeDocument/2006/relationships/image" Target="../media/image-59-22.png"/><Relationship Id="rId23" Type="http://schemas.openxmlformats.org/officeDocument/2006/relationships/image" Target="../media/image-59-23.sv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image" Target="../media/image-60-3.png"/><Relationship Id="rId4" Type="http://schemas.openxmlformats.org/officeDocument/2006/relationships/image" Target="../media/image-60-4.svg"/><Relationship Id="rId5" Type="http://schemas.openxmlformats.org/officeDocument/2006/relationships/image" Target="../media/image-60-5.png"/><Relationship Id="rId6" Type="http://schemas.openxmlformats.org/officeDocument/2006/relationships/image" Target="../media/image-60-6.svg"/><Relationship Id="rId7" Type="http://schemas.openxmlformats.org/officeDocument/2006/relationships/image" Target="../media/image-60-7.png"/><Relationship Id="rId8" Type="http://schemas.openxmlformats.org/officeDocument/2006/relationships/image" Target="../media/image-60-8.svg"/><Relationship Id="rId9" Type="http://schemas.openxmlformats.org/officeDocument/2006/relationships/image" Target="../media/image-60-9.png"/><Relationship Id="rId10" Type="http://schemas.openxmlformats.org/officeDocument/2006/relationships/image" Target="../media/image-60-10.svg"/><Relationship Id="rId11" Type="http://schemas.openxmlformats.org/officeDocument/2006/relationships/image" Target="../media/image-60-11.png"/><Relationship Id="rId12" Type="http://schemas.openxmlformats.org/officeDocument/2006/relationships/image" Target="../media/image-60-12.svg"/><Relationship Id="rId13" Type="http://schemas.openxmlformats.org/officeDocument/2006/relationships/image" Target="../media/image-60-13.png"/><Relationship Id="rId14" Type="http://schemas.openxmlformats.org/officeDocument/2006/relationships/image" Target="../media/image-60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svg"/><Relationship Id="rId5" Type="http://schemas.openxmlformats.org/officeDocument/2006/relationships/image" Target="../media/image-61-5.png"/><Relationship Id="rId6" Type="http://schemas.openxmlformats.org/officeDocument/2006/relationships/image" Target="../media/image-61-6.svg"/><Relationship Id="rId7" Type="http://schemas.openxmlformats.org/officeDocument/2006/relationships/image" Target="../media/image-61-7.png"/><Relationship Id="rId8" Type="http://schemas.openxmlformats.org/officeDocument/2006/relationships/image" Target="../media/image-61-8.svg"/><Relationship Id="rId9" Type="http://schemas.openxmlformats.org/officeDocument/2006/relationships/image" Target="../media/image-61-9.png"/><Relationship Id="rId10" Type="http://schemas.openxmlformats.org/officeDocument/2006/relationships/image" Target="../media/image-61-10.svg"/><Relationship Id="rId11" Type="http://schemas.openxmlformats.org/officeDocument/2006/relationships/image" Target="../media/image-61-11.png"/><Relationship Id="rId12" Type="http://schemas.openxmlformats.org/officeDocument/2006/relationships/image" Target="../media/image-61-12.svg"/><Relationship Id="rId13" Type="http://schemas.openxmlformats.org/officeDocument/2006/relationships/image" Target="../media/image-61-13.png"/><Relationship Id="rId14" Type="http://schemas.openxmlformats.org/officeDocument/2006/relationships/image" Target="../media/image-61-14.svg"/><Relationship Id="rId15" Type="http://schemas.openxmlformats.org/officeDocument/2006/relationships/image" Target="../media/image-61-15.png"/><Relationship Id="rId16" Type="http://schemas.openxmlformats.org/officeDocument/2006/relationships/image" Target="../media/image-61-16.svg"/><Relationship Id="rId17" Type="http://schemas.openxmlformats.org/officeDocument/2006/relationships/image" Target="../media/image-61-17.png"/><Relationship Id="rId18" Type="http://schemas.openxmlformats.org/officeDocument/2006/relationships/image" Target="../media/image-61-18.svg"/><Relationship Id="rId19" Type="http://schemas.openxmlformats.org/officeDocument/2006/relationships/image" Target="../media/image-61-19.png"/><Relationship Id="rId20" Type="http://schemas.openxmlformats.org/officeDocument/2006/relationships/image" Target="../media/image-61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svg"/><Relationship Id="rId5" Type="http://schemas.openxmlformats.org/officeDocument/2006/relationships/image" Target="../media/image-62-5.png"/><Relationship Id="rId6" Type="http://schemas.openxmlformats.org/officeDocument/2006/relationships/image" Target="../media/image-62-6.svg"/><Relationship Id="rId7" Type="http://schemas.openxmlformats.org/officeDocument/2006/relationships/image" Target="../media/image-62-7.png"/><Relationship Id="rId8" Type="http://schemas.openxmlformats.org/officeDocument/2006/relationships/image" Target="../media/image-62-8.svg"/><Relationship Id="rId9" Type="http://schemas.openxmlformats.org/officeDocument/2006/relationships/image" Target="../media/image-62-9.png"/><Relationship Id="rId10" Type="http://schemas.openxmlformats.org/officeDocument/2006/relationships/image" Target="../media/image-62-10.svg"/><Relationship Id="rId11" Type="http://schemas.openxmlformats.org/officeDocument/2006/relationships/image" Target="../media/image-62-11.png"/><Relationship Id="rId12" Type="http://schemas.openxmlformats.org/officeDocument/2006/relationships/image" Target="../media/image-62-12.svg"/><Relationship Id="rId13" Type="http://schemas.openxmlformats.org/officeDocument/2006/relationships/image" Target="../media/image-62-13.png"/><Relationship Id="rId14" Type="http://schemas.openxmlformats.org/officeDocument/2006/relationships/image" Target="../media/image-62-14.svg"/><Relationship Id="rId15" Type="http://schemas.openxmlformats.org/officeDocument/2006/relationships/image" Target="../media/image-62-15.png"/><Relationship Id="rId16" Type="http://schemas.openxmlformats.org/officeDocument/2006/relationships/image" Target="../media/image-62-16.svg"/><Relationship Id="rId17" Type="http://schemas.openxmlformats.org/officeDocument/2006/relationships/image" Target="../media/image-62-17.png"/><Relationship Id="rId18" Type="http://schemas.openxmlformats.org/officeDocument/2006/relationships/image" Target="../media/image-62-18.svg"/><Relationship Id="rId19" Type="http://schemas.openxmlformats.org/officeDocument/2006/relationships/image" Target="../media/image-62-19.png"/><Relationship Id="rId20" Type="http://schemas.openxmlformats.org/officeDocument/2006/relationships/image" Target="../media/image-6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image" Target="../media/image-63-3.png"/><Relationship Id="rId4" Type="http://schemas.openxmlformats.org/officeDocument/2006/relationships/image" Target="../media/image-63-4.svg"/><Relationship Id="rId5" Type="http://schemas.openxmlformats.org/officeDocument/2006/relationships/image" Target="../media/image-63-5.png"/><Relationship Id="rId6" Type="http://schemas.openxmlformats.org/officeDocument/2006/relationships/image" Target="../media/image-63-6.svg"/><Relationship Id="rId7" Type="http://schemas.openxmlformats.org/officeDocument/2006/relationships/image" Target="../media/image-63-7.png"/><Relationship Id="rId8" Type="http://schemas.openxmlformats.org/officeDocument/2006/relationships/image" Target="../media/image-63-8.svg"/><Relationship Id="rId9" Type="http://schemas.openxmlformats.org/officeDocument/2006/relationships/image" Target="../media/image-63-9.png"/><Relationship Id="rId10" Type="http://schemas.openxmlformats.org/officeDocument/2006/relationships/image" Target="../media/image-63-10.svg"/><Relationship Id="rId11" Type="http://schemas.openxmlformats.org/officeDocument/2006/relationships/image" Target="../media/image-63-11.png"/><Relationship Id="rId12" Type="http://schemas.openxmlformats.org/officeDocument/2006/relationships/image" Target="../media/image-63-12.svg"/><Relationship Id="rId13" Type="http://schemas.openxmlformats.org/officeDocument/2006/relationships/image" Target="../media/image-63-13.png"/><Relationship Id="rId14" Type="http://schemas.openxmlformats.org/officeDocument/2006/relationships/image" Target="../media/image-63-14.svg"/><Relationship Id="rId15" Type="http://schemas.openxmlformats.org/officeDocument/2006/relationships/image" Target="../media/image-63-15.png"/><Relationship Id="rId16" Type="http://schemas.openxmlformats.org/officeDocument/2006/relationships/image" Target="../media/image-63-16.svg"/><Relationship Id="rId17" Type="http://schemas.openxmlformats.org/officeDocument/2006/relationships/image" Target="../media/image-63-17.png"/><Relationship Id="rId18" Type="http://schemas.openxmlformats.org/officeDocument/2006/relationships/image" Target="../media/image-63-18.svg"/><Relationship Id="rId19" Type="http://schemas.openxmlformats.org/officeDocument/2006/relationships/image" Target="../media/image-63-19.png"/><Relationship Id="rId20" Type="http://schemas.openxmlformats.org/officeDocument/2006/relationships/image" Target="../media/image-63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svg"/><Relationship Id="rId5" Type="http://schemas.openxmlformats.org/officeDocument/2006/relationships/image" Target="../media/image-64-5.png"/><Relationship Id="rId6" Type="http://schemas.openxmlformats.org/officeDocument/2006/relationships/image" Target="../media/image-64-6.svg"/><Relationship Id="rId7" Type="http://schemas.openxmlformats.org/officeDocument/2006/relationships/image" Target="../media/image-64-7.png"/><Relationship Id="rId8" Type="http://schemas.openxmlformats.org/officeDocument/2006/relationships/image" Target="../media/image-64-8.svg"/><Relationship Id="rId9" Type="http://schemas.openxmlformats.org/officeDocument/2006/relationships/image" Target="../media/image-64-9.png"/><Relationship Id="rId10" Type="http://schemas.openxmlformats.org/officeDocument/2006/relationships/image" Target="../media/image-64-10.svg"/><Relationship Id="rId11" Type="http://schemas.openxmlformats.org/officeDocument/2006/relationships/image" Target="../media/image-64-11.png"/><Relationship Id="rId12" Type="http://schemas.openxmlformats.org/officeDocument/2006/relationships/image" Target="../media/image-64-12.svg"/><Relationship Id="rId13" Type="http://schemas.openxmlformats.org/officeDocument/2006/relationships/image" Target="../media/image-64-13.png"/><Relationship Id="rId14" Type="http://schemas.openxmlformats.org/officeDocument/2006/relationships/image" Target="../media/image-64-14.svg"/><Relationship Id="rId15" Type="http://schemas.openxmlformats.org/officeDocument/2006/relationships/image" Target="../media/image-64-15.png"/><Relationship Id="rId16" Type="http://schemas.openxmlformats.org/officeDocument/2006/relationships/image" Target="../media/image-64-16.svg"/><Relationship Id="rId17" Type="http://schemas.openxmlformats.org/officeDocument/2006/relationships/image" Target="../media/image-64-17.png"/><Relationship Id="rId18" Type="http://schemas.openxmlformats.org/officeDocument/2006/relationships/image" Target="../media/image-64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image" Target="../media/image-65-3.png"/><Relationship Id="rId4" Type="http://schemas.openxmlformats.org/officeDocument/2006/relationships/image" Target="../media/image-65-4.svg"/><Relationship Id="rId5" Type="http://schemas.openxmlformats.org/officeDocument/2006/relationships/image" Target="../media/image-65-5.png"/><Relationship Id="rId6" Type="http://schemas.openxmlformats.org/officeDocument/2006/relationships/image" Target="../media/image-65-6.svg"/><Relationship Id="rId7" Type="http://schemas.openxmlformats.org/officeDocument/2006/relationships/image" Target="../media/image-65-7.png"/><Relationship Id="rId8" Type="http://schemas.openxmlformats.org/officeDocument/2006/relationships/image" Target="../media/image-65-8.svg"/><Relationship Id="rId9" Type="http://schemas.openxmlformats.org/officeDocument/2006/relationships/image" Target="../media/image-65-9.png"/><Relationship Id="rId10" Type="http://schemas.openxmlformats.org/officeDocument/2006/relationships/image" Target="../media/image-65-10.svg"/><Relationship Id="rId11" Type="http://schemas.openxmlformats.org/officeDocument/2006/relationships/image" Target="../media/image-65-11.png"/><Relationship Id="rId12" Type="http://schemas.openxmlformats.org/officeDocument/2006/relationships/image" Target="../media/image-65-12.svg"/><Relationship Id="rId13" Type="http://schemas.openxmlformats.org/officeDocument/2006/relationships/image" Target="../media/image-65-13.png"/><Relationship Id="rId14" Type="http://schemas.openxmlformats.org/officeDocument/2006/relationships/image" Target="../media/image-65-14.svg"/><Relationship Id="rId15" Type="http://schemas.openxmlformats.org/officeDocument/2006/relationships/image" Target="../media/image-65-15.png"/><Relationship Id="rId16" Type="http://schemas.openxmlformats.org/officeDocument/2006/relationships/image" Target="../media/image-6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svg"/><Relationship Id="rId3" Type="http://schemas.openxmlformats.org/officeDocument/2006/relationships/image" Target="../media/image-66-3.png"/><Relationship Id="rId4" Type="http://schemas.openxmlformats.org/officeDocument/2006/relationships/image" Target="../media/image-66-4.svg"/><Relationship Id="rId5" Type="http://schemas.openxmlformats.org/officeDocument/2006/relationships/image" Target="../media/image-66-5.png"/><Relationship Id="rId6" Type="http://schemas.openxmlformats.org/officeDocument/2006/relationships/image" Target="../media/image-66-6.svg"/><Relationship Id="rId7" Type="http://schemas.openxmlformats.org/officeDocument/2006/relationships/image" Target="../media/image-66-7.png"/><Relationship Id="rId8" Type="http://schemas.openxmlformats.org/officeDocument/2006/relationships/image" Target="../media/image-66-8.svg"/><Relationship Id="rId9" Type="http://schemas.openxmlformats.org/officeDocument/2006/relationships/image" Target="../media/image-66-9.png"/><Relationship Id="rId10" Type="http://schemas.openxmlformats.org/officeDocument/2006/relationships/image" Target="../media/image-66-10.svg"/><Relationship Id="rId11" Type="http://schemas.openxmlformats.org/officeDocument/2006/relationships/image" Target="../media/image-66-11.png"/><Relationship Id="rId12" Type="http://schemas.openxmlformats.org/officeDocument/2006/relationships/image" Target="../media/image-66-12.svg"/><Relationship Id="rId13" Type="http://schemas.openxmlformats.org/officeDocument/2006/relationships/image" Target="../media/image-66-13.png"/><Relationship Id="rId14" Type="http://schemas.openxmlformats.org/officeDocument/2006/relationships/image" Target="../media/image-66-14.svg"/><Relationship Id="rId15" Type="http://schemas.openxmlformats.org/officeDocument/2006/relationships/image" Target="../media/image-66-15.png"/><Relationship Id="rId16" Type="http://schemas.openxmlformats.org/officeDocument/2006/relationships/image" Target="../media/image-66-16.svg"/><Relationship Id="rId17" Type="http://schemas.openxmlformats.org/officeDocument/2006/relationships/image" Target="../media/image-66-17.png"/><Relationship Id="rId18" Type="http://schemas.openxmlformats.org/officeDocument/2006/relationships/image" Target="../media/image-66-18.svg"/><Relationship Id="rId19" Type="http://schemas.openxmlformats.org/officeDocument/2006/relationships/image" Target="../media/image-66-19.png"/><Relationship Id="rId20" Type="http://schemas.openxmlformats.org/officeDocument/2006/relationships/image" Target="../media/image-66-20.svg"/><Relationship Id="rId21" Type="http://schemas.openxmlformats.org/officeDocument/2006/relationships/image" Target="../media/image-66-21.png"/><Relationship Id="rId22" Type="http://schemas.openxmlformats.org/officeDocument/2006/relationships/image" Target="../media/image-66-22.svg"/><Relationship Id="rId23" Type="http://schemas.openxmlformats.org/officeDocument/2006/relationships/image" Target="../media/image-66-23.png"/><Relationship Id="rId24" Type="http://schemas.openxmlformats.org/officeDocument/2006/relationships/image" Target="../media/image-66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image" Target="../media/image-67-3.png"/><Relationship Id="rId4" Type="http://schemas.openxmlformats.org/officeDocument/2006/relationships/image" Target="../media/image-67-4.svg"/><Relationship Id="rId5" Type="http://schemas.openxmlformats.org/officeDocument/2006/relationships/image" Target="../media/image-67-5.png"/><Relationship Id="rId6" Type="http://schemas.openxmlformats.org/officeDocument/2006/relationships/image" Target="../media/image-67-6.svg"/><Relationship Id="rId7" Type="http://schemas.openxmlformats.org/officeDocument/2006/relationships/image" Target="../media/image-67-7.png"/><Relationship Id="rId8" Type="http://schemas.openxmlformats.org/officeDocument/2006/relationships/image" Target="../media/image-67-8.svg"/><Relationship Id="rId9" Type="http://schemas.openxmlformats.org/officeDocument/2006/relationships/image" Target="../media/image-67-9.png"/><Relationship Id="rId10" Type="http://schemas.openxmlformats.org/officeDocument/2006/relationships/image" Target="../media/image-67-10.svg"/><Relationship Id="rId11" Type="http://schemas.openxmlformats.org/officeDocument/2006/relationships/image" Target="../media/image-67-11.png"/><Relationship Id="rId12" Type="http://schemas.openxmlformats.org/officeDocument/2006/relationships/image" Target="../media/image-67-12.svg"/><Relationship Id="rId13" Type="http://schemas.openxmlformats.org/officeDocument/2006/relationships/image" Target="../media/image-67-13.png"/><Relationship Id="rId14" Type="http://schemas.openxmlformats.org/officeDocument/2006/relationships/image" Target="../media/image-67-14.svg"/><Relationship Id="rId15" Type="http://schemas.openxmlformats.org/officeDocument/2006/relationships/image" Target="../media/image-67-15.png"/><Relationship Id="rId16" Type="http://schemas.openxmlformats.org/officeDocument/2006/relationships/image" Target="../media/image-67-16.svg"/><Relationship Id="rId17" Type="http://schemas.openxmlformats.org/officeDocument/2006/relationships/image" Target="../media/image-67-17.png"/><Relationship Id="rId18" Type="http://schemas.openxmlformats.org/officeDocument/2006/relationships/image" Target="../media/image-67-18.svg"/><Relationship Id="rId19" Type="http://schemas.openxmlformats.org/officeDocument/2006/relationships/image" Target="../media/image-67-19.png"/><Relationship Id="rId20" Type="http://schemas.openxmlformats.org/officeDocument/2006/relationships/image" Target="../media/image-67-20.svg"/><Relationship Id="rId21" Type="http://schemas.openxmlformats.org/officeDocument/2006/relationships/image" Target="../media/image-67-21.png"/><Relationship Id="rId22" Type="http://schemas.openxmlformats.org/officeDocument/2006/relationships/image" Target="../media/image-67-22.svg"/><Relationship Id="rId23" Type="http://schemas.openxmlformats.org/officeDocument/2006/relationships/image" Target="../media/image-67-23.png"/><Relationship Id="rId24" Type="http://schemas.openxmlformats.org/officeDocument/2006/relationships/image" Target="../media/image-67-24.svg"/><Relationship Id="rId25" Type="http://schemas.openxmlformats.org/officeDocument/2006/relationships/image" Target="../media/image-67-25.png"/><Relationship Id="rId26" Type="http://schemas.openxmlformats.org/officeDocument/2006/relationships/image" Target="../media/image-67-26.svg"/><Relationship Id="rId27" Type="http://schemas.openxmlformats.org/officeDocument/2006/relationships/image" Target="../media/image-67-27.png"/><Relationship Id="rId28" Type="http://schemas.openxmlformats.org/officeDocument/2006/relationships/image" Target="../media/image-67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image" Target="../media/image-68-3.png"/><Relationship Id="rId4" Type="http://schemas.openxmlformats.org/officeDocument/2006/relationships/image" Target="../media/image-68-4.svg"/><Relationship Id="rId5" Type="http://schemas.openxmlformats.org/officeDocument/2006/relationships/image" Target="../media/image-68-5.png"/><Relationship Id="rId6" Type="http://schemas.openxmlformats.org/officeDocument/2006/relationships/image" Target="../media/image-68-6.svg"/><Relationship Id="rId7" Type="http://schemas.openxmlformats.org/officeDocument/2006/relationships/image" Target="../media/image-68-7.png"/><Relationship Id="rId8" Type="http://schemas.openxmlformats.org/officeDocument/2006/relationships/image" Target="../media/image-68-8.svg"/><Relationship Id="rId9" Type="http://schemas.openxmlformats.org/officeDocument/2006/relationships/image" Target="../media/image-68-9.png"/><Relationship Id="rId10" Type="http://schemas.openxmlformats.org/officeDocument/2006/relationships/image" Target="../media/image-68-10.svg"/><Relationship Id="rId11" Type="http://schemas.openxmlformats.org/officeDocument/2006/relationships/image" Target="../media/image-68-11.png"/><Relationship Id="rId12" Type="http://schemas.openxmlformats.org/officeDocument/2006/relationships/image" Target="../media/image-68-12.svg"/><Relationship Id="rId13" Type="http://schemas.openxmlformats.org/officeDocument/2006/relationships/image" Target="../media/image-68-13.png"/><Relationship Id="rId14" Type="http://schemas.openxmlformats.org/officeDocument/2006/relationships/image" Target="../media/image-68-14.svg"/><Relationship Id="rId15" Type="http://schemas.openxmlformats.org/officeDocument/2006/relationships/image" Target="../media/image-68-15.png"/><Relationship Id="rId16" Type="http://schemas.openxmlformats.org/officeDocument/2006/relationships/image" Target="../media/image-68-16.svg"/><Relationship Id="rId17" Type="http://schemas.openxmlformats.org/officeDocument/2006/relationships/image" Target="../media/image-68-17.png"/><Relationship Id="rId18" Type="http://schemas.openxmlformats.org/officeDocument/2006/relationships/image" Target="../media/image-68-18.svg"/><Relationship Id="rId19" Type="http://schemas.openxmlformats.org/officeDocument/2006/relationships/image" Target="../media/image-68-19.png"/><Relationship Id="rId20" Type="http://schemas.openxmlformats.org/officeDocument/2006/relationships/image" Target="../media/image-68-20.svg"/><Relationship Id="rId21" Type="http://schemas.openxmlformats.org/officeDocument/2006/relationships/image" Target="../media/image-68-21.png"/><Relationship Id="rId22" Type="http://schemas.openxmlformats.org/officeDocument/2006/relationships/image" Target="../media/image-68-22.svg"/><Relationship Id="rId23" Type="http://schemas.openxmlformats.org/officeDocument/2006/relationships/image" Target="../media/image-68-23.png"/><Relationship Id="rId24" Type="http://schemas.openxmlformats.org/officeDocument/2006/relationships/image" Target="../media/image-68-24.svg"/><Relationship Id="rId25" Type="http://schemas.openxmlformats.org/officeDocument/2006/relationships/image" Target="../media/image-68-25.png"/><Relationship Id="rId26" Type="http://schemas.openxmlformats.org/officeDocument/2006/relationships/image" Target="../media/image-68-26.svg"/><Relationship Id="rId27" Type="http://schemas.openxmlformats.org/officeDocument/2006/relationships/image" Target="../media/image-68-27.png"/><Relationship Id="rId28" Type="http://schemas.openxmlformats.org/officeDocument/2006/relationships/image" Target="../media/image-68-28.svg"/><Relationship Id="rId29" Type="http://schemas.openxmlformats.org/officeDocument/2006/relationships/image" Target="../media/image-68-29.png"/><Relationship Id="rId30" Type="http://schemas.openxmlformats.org/officeDocument/2006/relationships/image" Target="../media/image-68-30.svg"/><Relationship Id="rId31" Type="http://schemas.openxmlformats.org/officeDocument/2006/relationships/image" Target="../media/image-68-31.png"/><Relationship Id="rId32" Type="http://schemas.openxmlformats.org/officeDocument/2006/relationships/image" Target="../media/image-68-32.svg"/><Relationship Id="rId33" Type="http://schemas.openxmlformats.org/officeDocument/2006/relationships/image" Target="../media/image-68-33.png"/><Relationship Id="rId34" Type="http://schemas.openxmlformats.org/officeDocument/2006/relationships/image" Target="../media/image-68-34.svg"/><Relationship Id="rId35" Type="http://schemas.openxmlformats.org/officeDocument/2006/relationships/image" Target="../media/image-68-35.png"/><Relationship Id="rId36" Type="http://schemas.openxmlformats.org/officeDocument/2006/relationships/image" Target="../media/image-68-36.sv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image" Target="../media/image-69-3.png"/><Relationship Id="rId4" Type="http://schemas.openxmlformats.org/officeDocument/2006/relationships/image" Target="../media/image-69-4.svg"/><Relationship Id="rId5" Type="http://schemas.openxmlformats.org/officeDocument/2006/relationships/image" Target="../media/image-69-5.png"/><Relationship Id="rId6" Type="http://schemas.openxmlformats.org/officeDocument/2006/relationships/image" Target="../media/image-69-6.svg"/><Relationship Id="rId7" Type="http://schemas.openxmlformats.org/officeDocument/2006/relationships/image" Target="../media/image-69-7.png"/><Relationship Id="rId8" Type="http://schemas.openxmlformats.org/officeDocument/2006/relationships/image" Target="../media/image-69-8.svg"/><Relationship Id="rId9" Type="http://schemas.openxmlformats.org/officeDocument/2006/relationships/image" Target="../media/image-69-9.png"/><Relationship Id="rId10" Type="http://schemas.openxmlformats.org/officeDocument/2006/relationships/image" Target="../media/image-69-10.svg"/><Relationship Id="rId11" Type="http://schemas.openxmlformats.org/officeDocument/2006/relationships/image" Target="../media/image-69-11.png"/><Relationship Id="rId12" Type="http://schemas.openxmlformats.org/officeDocument/2006/relationships/image" Target="../media/image-69-12.svg"/><Relationship Id="rId13" Type="http://schemas.openxmlformats.org/officeDocument/2006/relationships/image" Target="../media/image-69-13.png"/><Relationship Id="rId14" Type="http://schemas.openxmlformats.org/officeDocument/2006/relationships/image" Target="../media/image-69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image" Target="../media/image-70-3.png"/><Relationship Id="rId4" Type="http://schemas.openxmlformats.org/officeDocument/2006/relationships/image" Target="../media/image-70-4.svg"/><Relationship Id="rId5" Type="http://schemas.openxmlformats.org/officeDocument/2006/relationships/image" Target="../media/image-70-5.png"/><Relationship Id="rId6" Type="http://schemas.openxmlformats.org/officeDocument/2006/relationships/image" Target="../media/image-70-6.svg"/><Relationship Id="rId7" Type="http://schemas.openxmlformats.org/officeDocument/2006/relationships/image" Target="../media/image-70-7.png"/><Relationship Id="rId8" Type="http://schemas.openxmlformats.org/officeDocument/2006/relationships/image" Target="../media/image-70-8.svg"/><Relationship Id="rId9" Type="http://schemas.openxmlformats.org/officeDocument/2006/relationships/image" Target="../media/image-70-9.png"/><Relationship Id="rId10" Type="http://schemas.openxmlformats.org/officeDocument/2006/relationships/image" Target="../media/image-70-10.svg"/><Relationship Id="rId11" Type="http://schemas.openxmlformats.org/officeDocument/2006/relationships/image" Target="../media/image-70-11.png"/><Relationship Id="rId12" Type="http://schemas.openxmlformats.org/officeDocument/2006/relationships/image" Target="../media/image-70-12.svg"/><Relationship Id="rId13" Type="http://schemas.openxmlformats.org/officeDocument/2006/relationships/image" Target="../media/image-70-13.png"/><Relationship Id="rId14" Type="http://schemas.openxmlformats.org/officeDocument/2006/relationships/image" Target="../media/image-70-14.svg"/><Relationship Id="rId15" Type="http://schemas.openxmlformats.org/officeDocument/2006/relationships/image" Target="../media/image-70-15.png"/><Relationship Id="rId16" Type="http://schemas.openxmlformats.org/officeDocument/2006/relationships/image" Target="../media/image-70-16.svg"/><Relationship Id="rId17" Type="http://schemas.openxmlformats.org/officeDocument/2006/relationships/image" Target="../media/image-70-17.png"/><Relationship Id="rId18" Type="http://schemas.openxmlformats.org/officeDocument/2006/relationships/image" Target="../media/image-70-18.svg"/><Relationship Id="rId19" Type="http://schemas.openxmlformats.org/officeDocument/2006/relationships/image" Target="../media/image-70-19.png"/><Relationship Id="rId20" Type="http://schemas.openxmlformats.org/officeDocument/2006/relationships/image" Target="../media/image-70-20.svg"/><Relationship Id="rId21" Type="http://schemas.openxmlformats.org/officeDocument/2006/relationships/image" Target="../media/image-70-21.png"/><Relationship Id="rId22" Type="http://schemas.openxmlformats.org/officeDocument/2006/relationships/image" Target="../media/image-70-22.svg"/><Relationship Id="rId23" Type="http://schemas.openxmlformats.org/officeDocument/2006/relationships/image" Target="../media/image-70-23.png"/><Relationship Id="rId24" Type="http://schemas.openxmlformats.org/officeDocument/2006/relationships/image" Target="../media/image-70-24.svg"/><Relationship Id="rId25" Type="http://schemas.openxmlformats.org/officeDocument/2006/relationships/image" Target="../media/image-70-25.png"/><Relationship Id="rId26" Type="http://schemas.openxmlformats.org/officeDocument/2006/relationships/image" Target="../media/image-70-26.svg"/><Relationship Id="rId27" Type="http://schemas.openxmlformats.org/officeDocument/2006/relationships/image" Target="../media/image-70-27.png"/><Relationship Id="rId28" Type="http://schemas.openxmlformats.org/officeDocument/2006/relationships/image" Target="../media/image-70-28.svg"/><Relationship Id="rId29" Type="http://schemas.openxmlformats.org/officeDocument/2006/relationships/image" Target="../media/image-70-29.png"/><Relationship Id="rId30" Type="http://schemas.openxmlformats.org/officeDocument/2006/relationships/image" Target="../media/image-70-30.svg"/><Relationship Id="rId31" Type="http://schemas.openxmlformats.org/officeDocument/2006/relationships/image" Target="../media/image-70-31.png"/><Relationship Id="rId32" Type="http://schemas.openxmlformats.org/officeDocument/2006/relationships/image" Target="../media/image-70-32.svg"/><Relationship Id="rId33" Type="http://schemas.openxmlformats.org/officeDocument/2006/relationships/image" Target="../media/image-70-33.png"/><Relationship Id="rId34" Type="http://schemas.openxmlformats.org/officeDocument/2006/relationships/image" Target="../media/image-70-34.svg"/><Relationship Id="rId35" Type="http://schemas.openxmlformats.org/officeDocument/2006/relationships/image" Target="../media/image-70-35.png"/><Relationship Id="rId36" Type="http://schemas.openxmlformats.org/officeDocument/2006/relationships/image" Target="../media/image-70-36.svg"/><Relationship Id="rId37" Type="http://schemas.openxmlformats.org/officeDocument/2006/relationships/image" Target="../media/image-70-37.png"/><Relationship Id="rId38" Type="http://schemas.openxmlformats.org/officeDocument/2006/relationships/image" Target="../media/image-70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svg"/><Relationship Id="rId3" Type="http://schemas.openxmlformats.org/officeDocument/2006/relationships/image" Target="../media/image-71-3.png"/><Relationship Id="rId4" Type="http://schemas.openxmlformats.org/officeDocument/2006/relationships/image" Target="../media/image-71-4.svg"/><Relationship Id="rId5" Type="http://schemas.openxmlformats.org/officeDocument/2006/relationships/image" Target="../media/image-71-5.png"/><Relationship Id="rId6" Type="http://schemas.openxmlformats.org/officeDocument/2006/relationships/image" Target="../media/image-71-6.svg"/><Relationship Id="rId7" Type="http://schemas.openxmlformats.org/officeDocument/2006/relationships/image" Target="../media/image-71-7.png"/><Relationship Id="rId8" Type="http://schemas.openxmlformats.org/officeDocument/2006/relationships/image" Target="../media/image-71-8.svg"/><Relationship Id="rId9" Type="http://schemas.openxmlformats.org/officeDocument/2006/relationships/image" Target="../media/image-71-9.png"/><Relationship Id="rId10" Type="http://schemas.openxmlformats.org/officeDocument/2006/relationships/image" Target="../media/image-71-10.svg"/><Relationship Id="rId11" Type="http://schemas.openxmlformats.org/officeDocument/2006/relationships/image" Target="../media/image-71-11.png"/><Relationship Id="rId12" Type="http://schemas.openxmlformats.org/officeDocument/2006/relationships/image" Target="../media/image-71-12.svg"/><Relationship Id="rId13" Type="http://schemas.openxmlformats.org/officeDocument/2006/relationships/image" Target="../media/image-71-13.png"/><Relationship Id="rId14" Type="http://schemas.openxmlformats.org/officeDocument/2006/relationships/image" Target="../media/image-71-14.svg"/><Relationship Id="rId15" Type="http://schemas.openxmlformats.org/officeDocument/2006/relationships/image" Target="../media/image-71-15.png"/><Relationship Id="rId16" Type="http://schemas.openxmlformats.org/officeDocument/2006/relationships/image" Target="../media/image-71-16.svg"/><Relationship Id="rId17" Type="http://schemas.openxmlformats.org/officeDocument/2006/relationships/image" Target="../media/image-71-17.png"/><Relationship Id="rId18" Type="http://schemas.openxmlformats.org/officeDocument/2006/relationships/image" Target="../media/image-71-18.svg"/><Relationship Id="rId19" Type="http://schemas.openxmlformats.org/officeDocument/2006/relationships/image" Target="../media/image-71-19.png"/><Relationship Id="rId20" Type="http://schemas.openxmlformats.org/officeDocument/2006/relationships/image" Target="../media/image-71-20.svg"/><Relationship Id="rId21" Type="http://schemas.openxmlformats.org/officeDocument/2006/relationships/image" Target="../media/image-71-21.png"/><Relationship Id="rId22" Type="http://schemas.openxmlformats.org/officeDocument/2006/relationships/image" Target="../media/image-71-22.svg"/><Relationship Id="rId23" Type="http://schemas.openxmlformats.org/officeDocument/2006/relationships/image" Target="../media/image-71-23.png"/><Relationship Id="rId24" Type="http://schemas.openxmlformats.org/officeDocument/2006/relationships/image" Target="../media/image-71-24.svg"/><Relationship Id="rId25" Type="http://schemas.openxmlformats.org/officeDocument/2006/relationships/image" Target="../media/image-71-25.png"/><Relationship Id="rId26" Type="http://schemas.openxmlformats.org/officeDocument/2006/relationships/image" Target="../media/image-71-26.svg"/><Relationship Id="rId27" Type="http://schemas.openxmlformats.org/officeDocument/2006/relationships/image" Target="../media/image-71-27.png"/><Relationship Id="rId28" Type="http://schemas.openxmlformats.org/officeDocument/2006/relationships/image" Target="../media/image-71-28.svg"/><Relationship Id="rId29" Type="http://schemas.openxmlformats.org/officeDocument/2006/relationships/image" Target="../media/image-71-29.png"/><Relationship Id="rId30" Type="http://schemas.openxmlformats.org/officeDocument/2006/relationships/image" Target="../media/image-71-30.svg"/><Relationship Id="rId31" Type="http://schemas.openxmlformats.org/officeDocument/2006/relationships/image" Target="../media/image-71-31.png"/><Relationship Id="rId32" Type="http://schemas.openxmlformats.org/officeDocument/2006/relationships/image" Target="../media/image-71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image" Target="../media/image-72-3.png"/><Relationship Id="rId4" Type="http://schemas.openxmlformats.org/officeDocument/2006/relationships/image" Target="../media/image-72-4.svg"/><Relationship Id="rId5" Type="http://schemas.openxmlformats.org/officeDocument/2006/relationships/image" Target="../media/image-72-5.png"/><Relationship Id="rId6" Type="http://schemas.openxmlformats.org/officeDocument/2006/relationships/image" Target="../media/image-72-6.svg"/><Relationship Id="rId7" Type="http://schemas.openxmlformats.org/officeDocument/2006/relationships/image" Target="../media/image-72-7.png"/><Relationship Id="rId8" Type="http://schemas.openxmlformats.org/officeDocument/2006/relationships/image" Target="../media/image-72-8.svg"/><Relationship Id="rId9" Type="http://schemas.openxmlformats.org/officeDocument/2006/relationships/image" Target="../media/image-72-9.png"/><Relationship Id="rId10" Type="http://schemas.openxmlformats.org/officeDocument/2006/relationships/image" Target="../media/image-72-10.svg"/><Relationship Id="rId11" Type="http://schemas.openxmlformats.org/officeDocument/2006/relationships/image" Target="../media/image-72-11.png"/><Relationship Id="rId12" Type="http://schemas.openxmlformats.org/officeDocument/2006/relationships/image" Target="../media/image-72-12.svg"/><Relationship Id="rId13" Type="http://schemas.openxmlformats.org/officeDocument/2006/relationships/image" Target="../media/image-72-13.png"/><Relationship Id="rId14" Type="http://schemas.openxmlformats.org/officeDocument/2006/relationships/image" Target="../media/image-72-14.svg"/><Relationship Id="rId15" Type="http://schemas.openxmlformats.org/officeDocument/2006/relationships/image" Target="../media/image-72-15.png"/><Relationship Id="rId16" Type="http://schemas.openxmlformats.org/officeDocument/2006/relationships/image" Target="../media/image-72-16.svg"/><Relationship Id="rId17" Type="http://schemas.openxmlformats.org/officeDocument/2006/relationships/image" Target="../media/image-72-17.png"/><Relationship Id="rId18" Type="http://schemas.openxmlformats.org/officeDocument/2006/relationships/image" Target="../media/image-72-18.svg"/><Relationship Id="rId19" Type="http://schemas.openxmlformats.org/officeDocument/2006/relationships/image" Target="../media/image-72-19.png"/><Relationship Id="rId20" Type="http://schemas.openxmlformats.org/officeDocument/2006/relationships/image" Target="../media/image-72-20.svg"/><Relationship Id="rId21" Type="http://schemas.openxmlformats.org/officeDocument/2006/relationships/image" Target="../media/image-72-21.png"/><Relationship Id="rId22" Type="http://schemas.openxmlformats.org/officeDocument/2006/relationships/image" Target="../media/image-72-22.svg"/><Relationship Id="rId23" Type="http://schemas.openxmlformats.org/officeDocument/2006/relationships/image" Target="../media/image-72-23.png"/><Relationship Id="rId24" Type="http://schemas.openxmlformats.org/officeDocument/2006/relationships/image" Target="../media/image-72-24.svg"/><Relationship Id="rId25" Type="http://schemas.openxmlformats.org/officeDocument/2006/relationships/image" Target="../media/image-72-25.png"/><Relationship Id="rId26" Type="http://schemas.openxmlformats.org/officeDocument/2006/relationships/image" Target="../media/image-72-26.svg"/><Relationship Id="rId27" Type="http://schemas.openxmlformats.org/officeDocument/2006/relationships/image" Target="../media/image-72-27.png"/><Relationship Id="rId28" Type="http://schemas.openxmlformats.org/officeDocument/2006/relationships/image" Target="../media/image-72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svg"/><Relationship Id="rId3" Type="http://schemas.openxmlformats.org/officeDocument/2006/relationships/image" Target="../media/image-73-3.png"/><Relationship Id="rId4" Type="http://schemas.openxmlformats.org/officeDocument/2006/relationships/image" Target="../media/image-73-4.svg"/><Relationship Id="rId5" Type="http://schemas.openxmlformats.org/officeDocument/2006/relationships/image" Target="../media/image-73-5.png"/><Relationship Id="rId6" Type="http://schemas.openxmlformats.org/officeDocument/2006/relationships/image" Target="../media/image-73-6.svg"/><Relationship Id="rId7" Type="http://schemas.openxmlformats.org/officeDocument/2006/relationships/image" Target="../media/image-73-7.png"/><Relationship Id="rId8" Type="http://schemas.openxmlformats.org/officeDocument/2006/relationships/image" Target="../media/image-73-8.svg"/><Relationship Id="rId9" Type="http://schemas.openxmlformats.org/officeDocument/2006/relationships/image" Target="../media/image-73-9.png"/><Relationship Id="rId10" Type="http://schemas.openxmlformats.org/officeDocument/2006/relationships/image" Target="../media/image-73-10.svg"/><Relationship Id="rId11" Type="http://schemas.openxmlformats.org/officeDocument/2006/relationships/image" Target="../media/image-73-11.png"/><Relationship Id="rId12" Type="http://schemas.openxmlformats.org/officeDocument/2006/relationships/image" Target="../media/image-73-12.svg"/><Relationship Id="rId13" Type="http://schemas.openxmlformats.org/officeDocument/2006/relationships/image" Target="../media/image-73-13.png"/><Relationship Id="rId14" Type="http://schemas.openxmlformats.org/officeDocument/2006/relationships/image" Target="../media/image-73-14.svg"/><Relationship Id="rId15" Type="http://schemas.openxmlformats.org/officeDocument/2006/relationships/image" Target="../media/image-73-15.png"/><Relationship Id="rId16" Type="http://schemas.openxmlformats.org/officeDocument/2006/relationships/image" Target="../media/image-73-16.svg"/><Relationship Id="rId17" Type="http://schemas.openxmlformats.org/officeDocument/2006/relationships/image" Target="../media/image-73-17.png"/><Relationship Id="rId18" Type="http://schemas.openxmlformats.org/officeDocument/2006/relationships/image" Target="../media/image-73-18.svg"/><Relationship Id="rId19" Type="http://schemas.openxmlformats.org/officeDocument/2006/relationships/image" Target="../media/image-73-19.png"/><Relationship Id="rId20" Type="http://schemas.openxmlformats.org/officeDocument/2006/relationships/image" Target="../media/image-73-20.svg"/><Relationship Id="rId21" Type="http://schemas.openxmlformats.org/officeDocument/2006/relationships/image" Target="../media/image-73-21.png"/><Relationship Id="rId22" Type="http://schemas.openxmlformats.org/officeDocument/2006/relationships/image" Target="../media/image-73-22.svg"/><Relationship Id="rId23" Type="http://schemas.openxmlformats.org/officeDocument/2006/relationships/image" Target="../media/image-73-23.png"/><Relationship Id="rId24" Type="http://schemas.openxmlformats.org/officeDocument/2006/relationships/image" Target="../media/image-73-24.svg"/><Relationship Id="rId25" Type="http://schemas.openxmlformats.org/officeDocument/2006/relationships/image" Target="../media/image-73-25.png"/><Relationship Id="rId26" Type="http://schemas.openxmlformats.org/officeDocument/2006/relationships/image" Target="../media/image-73-26.svg"/><Relationship Id="rId27" Type="http://schemas.openxmlformats.org/officeDocument/2006/relationships/image" Target="../media/image-73-27.png"/><Relationship Id="rId28" Type="http://schemas.openxmlformats.org/officeDocument/2006/relationships/image" Target="../media/image-73-28.svg"/><Relationship Id="rId29" Type="http://schemas.openxmlformats.org/officeDocument/2006/relationships/image" Target="../media/image-73-29.png"/><Relationship Id="rId30" Type="http://schemas.openxmlformats.org/officeDocument/2006/relationships/image" Target="../media/image-73-30.svg"/><Relationship Id="rId31" Type="http://schemas.openxmlformats.org/officeDocument/2006/relationships/image" Target="../media/image-73-31.png"/><Relationship Id="rId32" Type="http://schemas.openxmlformats.org/officeDocument/2006/relationships/image" Target="../media/image-73-32.svg"/><Relationship Id="rId33" Type="http://schemas.openxmlformats.org/officeDocument/2006/relationships/image" Target="../media/image-73-33.png"/><Relationship Id="rId34" Type="http://schemas.openxmlformats.org/officeDocument/2006/relationships/image" Target="../media/image-73-34.svg"/><Relationship Id="rId35" Type="http://schemas.openxmlformats.org/officeDocument/2006/relationships/image" Target="../media/image-73-35.png"/><Relationship Id="rId36" Type="http://schemas.openxmlformats.org/officeDocument/2006/relationships/image" Target="../media/image-73-36.svg"/><Relationship Id="rId37" Type="http://schemas.openxmlformats.org/officeDocument/2006/relationships/image" Target="../media/image-73-37.png"/><Relationship Id="rId38" Type="http://schemas.openxmlformats.org/officeDocument/2006/relationships/image" Target="../media/image-73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svg"/><Relationship Id="rId3" Type="http://schemas.openxmlformats.org/officeDocument/2006/relationships/image" Target="../media/image-74-3.png"/><Relationship Id="rId4" Type="http://schemas.openxmlformats.org/officeDocument/2006/relationships/image" Target="../media/image-74-4.svg"/><Relationship Id="rId5" Type="http://schemas.openxmlformats.org/officeDocument/2006/relationships/image" Target="../media/image-74-5.png"/><Relationship Id="rId6" Type="http://schemas.openxmlformats.org/officeDocument/2006/relationships/image" Target="../media/image-74-6.svg"/><Relationship Id="rId7" Type="http://schemas.openxmlformats.org/officeDocument/2006/relationships/image" Target="../media/image-74-7.png"/><Relationship Id="rId8" Type="http://schemas.openxmlformats.org/officeDocument/2006/relationships/image" Target="../media/image-74-8.svg"/><Relationship Id="rId9" Type="http://schemas.openxmlformats.org/officeDocument/2006/relationships/image" Target="../media/image-74-9.png"/><Relationship Id="rId10" Type="http://schemas.openxmlformats.org/officeDocument/2006/relationships/image" Target="../media/image-74-10.svg"/><Relationship Id="rId11" Type="http://schemas.openxmlformats.org/officeDocument/2006/relationships/image" Target="../media/image-74-11.png"/><Relationship Id="rId12" Type="http://schemas.openxmlformats.org/officeDocument/2006/relationships/image" Target="../media/image-74-12.svg"/><Relationship Id="rId13" Type="http://schemas.openxmlformats.org/officeDocument/2006/relationships/image" Target="../media/image-74-13.png"/><Relationship Id="rId14" Type="http://schemas.openxmlformats.org/officeDocument/2006/relationships/image" Target="../media/image-74-14.svg"/><Relationship Id="rId15" Type="http://schemas.openxmlformats.org/officeDocument/2006/relationships/image" Target="../media/image-74-15.png"/><Relationship Id="rId16" Type="http://schemas.openxmlformats.org/officeDocument/2006/relationships/image" Target="../media/image-7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svg"/><Relationship Id="rId3" Type="http://schemas.openxmlformats.org/officeDocument/2006/relationships/image" Target="../media/image-75-3.png"/><Relationship Id="rId4" Type="http://schemas.openxmlformats.org/officeDocument/2006/relationships/image" Target="../media/image-75-4.svg"/><Relationship Id="rId5" Type="http://schemas.openxmlformats.org/officeDocument/2006/relationships/image" Target="../media/image-75-5.png"/><Relationship Id="rId6" Type="http://schemas.openxmlformats.org/officeDocument/2006/relationships/image" Target="../media/image-75-6.svg"/><Relationship Id="rId7" Type="http://schemas.openxmlformats.org/officeDocument/2006/relationships/image" Target="../media/image-75-7.png"/><Relationship Id="rId8" Type="http://schemas.openxmlformats.org/officeDocument/2006/relationships/image" Target="../media/image-75-8.svg"/><Relationship Id="rId9" Type="http://schemas.openxmlformats.org/officeDocument/2006/relationships/image" Target="../media/image-75-9.png"/><Relationship Id="rId10" Type="http://schemas.openxmlformats.org/officeDocument/2006/relationships/image" Target="../media/image-75-10.svg"/><Relationship Id="rId11" Type="http://schemas.openxmlformats.org/officeDocument/2006/relationships/image" Target="../media/image-75-11.png"/><Relationship Id="rId12" Type="http://schemas.openxmlformats.org/officeDocument/2006/relationships/image" Target="../media/image-75-12.svg"/><Relationship Id="rId13" Type="http://schemas.openxmlformats.org/officeDocument/2006/relationships/image" Target="../media/image-75-13.png"/><Relationship Id="rId14" Type="http://schemas.openxmlformats.org/officeDocument/2006/relationships/image" Target="../media/image-7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svg"/><Relationship Id="rId3" Type="http://schemas.openxmlformats.org/officeDocument/2006/relationships/image" Target="../media/image-76-3.png"/><Relationship Id="rId4" Type="http://schemas.openxmlformats.org/officeDocument/2006/relationships/image" Target="../media/image-76-4.svg"/><Relationship Id="rId5" Type="http://schemas.openxmlformats.org/officeDocument/2006/relationships/image" Target="../media/image-76-5.png"/><Relationship Id="rId6" Type="http://schemas.openxmlformats.org/officeDocument/2006/relationships/image" Target="../media/image-76-6.svg"/><Relationship Id="rId7" Type="http://schemas.openxmlformats.org/officeDocument/2006/relationships/image" Target="../media/image-76-7.png"/><Relationship Id="rId8" Type="http://schemas.openxmlformats.org/officeDocument/2006/relationships/image" Target="../media/image-76-8.svg"/><Relationship Id="rId9" Type="http://schemas.openxmlformats.org/officeDocument/2006/relationships/image" Target="../media/image-76-9.png"/><Relationship Id="rId10" Type="http://schemas.openxmlformats.org/officeDocument/2006/relationships/image" Target="../media/image-76-10.svg"/><Relationship Id="rId11" Type="http://schemas.openxmlformats.org/officeDocument/2006/relationships/image" Target="../media/image-76-11.png"/><Relationship Id="rId12" Type="http://schemas.openxmlformats.org/officeDocument/2006/relationships/image" Target="../media/image-76-12.svg"/><Relationship Id="rId13" Type="http://schemas.openxmlformats.org/officeDocument/2006/relationships/image" Target="../media/image-76-13.png"/><Relationship Id="rId14" Type="http://schemas.openxmlformats.org/officeDocument/2006/relationships/image" Target="../media/image-76-14.svg"/><Relationship Id="rId15" Type="http://schemas.openxmlformats.org/officeDocument/2006/relationships/image" Target="../media/image-76-15.png"/><Relationship Id="rId16" Type="http://schemas.openxmlformats.org/officeDocument/2006/relationships/image" Target="../media/image-76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svg"/><Relationship Id="rId3" Type="http://schemas.openxmlformats.org/officeDocument/2006/relationships/image" Target="../media/image-77-3.png"/><Relationship Id="rId4" Type="http://schemas.openxmlformats.org/officeDocument/2006/relationships/image" Target="../media/image-77-4.svg"/><Relationship Id="rId5" Type="http://schemas.openxmlformats.org/officeDocument/2006/relationships/image" Target="../media/image-77-5.png"/><Relationship Id="rId6" Type="http://schemas.openxmlformats.org/officeDocument/2006/relationships/image" Target="../media/image-77-6.svg"/><Relationship Id="rId7" Type="http://schemas.openxmlformats.org/officeDocument/2006/relationships/image" Target="../media/image-77-7.png"/><Relationship Id="rId8" Type="http://schemas.openxmlformats.org/officeDocument/2006/relationships/image" Target="../media/image-77-8.svg"/><Relationship Id="rId9" Type="http://schemas.openxmlformats.org/officeDocument/2006/relationships/image" Target="../media/image-77-9.png"/><Relationship Id="rId10" Type="http://schemas.openxmlformats.org/officeDocument/2006/relationships/image" Target="../media/image-77-10.svg"/><Relationship Id="rId11" Type="http://schemas.openxmlformats.org/officeDocument/2006/relationships/image" Target="../media/image-77-11.png"/><Relationship Id="rId12" Type="http://schemas.openxmlformats.org/officeDocument/2006/relationships/image" Target="../media/image-77-12.svg"/><Relationship Id="rId13" Type="http://schemas.openxmlformats.org/officeDocument/2006/relationships/image" Target="../media/image-77-13.png"/><Relationship Id="rId14" Type="http://schemas.openxmlformats.org/officeDocument/2006/relationships/image" Target="../media/image-77-14.svg"/><Relationship Id="rId15" Type="http://schemas.openxmlformats.org/officeDocument/2006/relationships/image" Target="../media/image-77-15.png"/><Relationship Id="rId16" Type="http://schemas.openxmlformats.org/officeDocument/2006/relationships/image" Target="../media/image-77-16.svg"/><Relationship Id="rId17" Type="http://schemas.openxmlformats.org/officeDocument/2006/relationships/image" Target="../media/image-77-17.png"/><Relationship Id="rId18" Type="http://schemas.openxmlformats.org/officeDocument/2006/relationships/image" Target="../media/image-77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svg"/><Relationship Id="rId3" Type="http://schemas.openxmlformats.org/officeDocument/2006/relationships/image" Target="../media/image-78-3.png"/><Relationship Id="rId4" Type="http://schemas.openxmlformats.org/officeDocument/2006/relationships/image" Target="../media/image-78-4.svg"/><Relationship Id="rId5" Type="http://schemas.openxmlformats.org/officeDocument/2006/relationships/image" Target="../media/image-78-5.png"/><Relationship Id="rId6" Type="http://schemas.openxmlformats.org/officeDocument/2006/relationships/image" Target="../media/image-78-6.svg"/><Relationship Id="rId7" Type="http://schemas.openxmlformats.org/officeDocument/2006/relationships/image" Target="../media/image-78-7.png"/><Relationship Id="rId8" Type="http://schemas.openxmlformats.org/officeDocument/2006/relationships/image" Target="../media/image-78-8.svg"/><Relationship Id="rId9" Type="http://schemas.openxmlformats.org/officeDocument/2006/relationships/image" Target="../media/image-78-9.png"/><Relationship Id="rId10" Type="http://schemas.openxmlformats.org/officeDocument/2006/relationships/image" Target="../media/image-78-10.svg"/><Relationship Id="rId11" Type="http://schemas.openxmlformats.org/officeDocument/2006/relationships/image" Target="../media/image-78-11.png"/><Relationship Id="rId12" Type="http://schemas.openxmlformats.org/officeDocument/2006/relationships/image" Target="../media/image-78-12.svg"/><Relationship Id="rId13" Type="http://schemas.openxmlformats.org/officeDocument/2006/relationships/image" Target="../media/image-78-13.png"/><Relationship Id="rId14" Type="http://schemas.openxmlformats.org/officeDocument/2006/relationships/image" Target="../media/image-78-14.svg"/><Relationship Id="rId15" Type="http://schemas.openxmlformats.org/officeDocument/2006/relationships/image" Target="../media/image-78-15.png"/><Relationship Id="rId16" Type="http://schemas.openxmlformats.org/officeDocument/2006/relationships/image" Target="../media/image-78-16.svg"/><Relationship Id="rId17" Type="http://schemas.openxmlformats.org/officeDocument/2006/relationships/image" Target="../media/image-78-17.png"/><Relationship Id="rId18" Type="http://schemas.openxmlformats.org/officeDocument/2006/relationships/image" Target="../media/image-78-18.svg"/><Relationship Id="rId19" Type="http://schemas.openxmlformats.org/officeDocument/2006/relationships/image" Target="../media/image-78-19.png"/><Relationship Id="rId20" Type="http://schemas.openxmlformats.org/officeDocument/2006/relationships/image" Target="../media/image-78-20.svg"/><Relationship Id="rId21" Type="http://schemas.openxmlformats.org/officeDocument/2006/relationships/image" Target="../media/image-78-21.png"/><Relationship Id="rId22" Type="http://schemas.openxmlformats.org/officeDocument/2006/relationships/image" Target="../media/image-78-22.svg"/><Relationship Id="rId23" Type="http://schemas.openxmlformats.org/officeDocument/2006/relationships/image" Target="../media/image-78-23.png"/><Relationship Id="rId24" Type="http://schemas.openxmlformats.org/officeDocument/2006/relationships/image" Target="../media/image-78-24.svg"/><Relationship Id="rId25" Type="http://schemas.openxmlformats.org/officeDocument/2006/relationships/image" Target="../media/image-78-25.png"/><Relationship Id="rId26" Type="http://schemas.openxmlformats.org/officeDocument/2006/relationships/image" Target="../media/image-78-26.svg"/><Relationship Id="rId27" Type="http://schemas.openxmlformats.org/officeDocument/2006/relationships/image" Target="../media/image-78-27.png"/><Relationship Id="rId28" Type="http://schemas.openxmlformats.org/officeDocument/2006/relationships/image" Target="../media/image-78-28.svg"/><Relationship Id="rId29" Type="http://schemas.openxmlformats.org/officeDocument/2006/relationships/image" Target="../media/image-78-29.png"/><Relationship Id="rId30" Type="http://schemas.openxmlformats.org/officeDocument/2006/relationships/image" Target="../media/image-78-30.svg"/><Relationship Id="rId31" Type="http://schemas.openxmlformats.org/officeDocument/2006/relationships/image" Target="../media/image-78-31.png"/><Relationship Id="rId32" Type="http://schemas.openxmlformats.org/officeDocument/2006/relationships/image" Target="../media/image-78-32.svg"/><Relationship Id="rId33" Type="http://schemas.openxmlformats.org/officeDocument/2006/relationships/image" Target="../media/image-78-33.png"/><Relationship Id="rId34" Type="http://schemas.openxmlformats.org/officeDocument/2006/relationships/image" Target="../media/image-78-34.sv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svg"/><Relationship Id="rId3" Type="http://schemas.openxmlformats.org/officeDocument/2006/relationships/image" Target="../media/image-79-3.png"/><Relationship Id="rId4" Type="http://schemas.openxmlformats.org/officeDocument/2006/relationships/image" Target="../media/image-79-4.svg"/><Relationship Id="rId5" Type="http://schemas.openxmlformats.org/officeDocument/2006/relationships/image" Target="../media/image-79-5.png"/><Relationship Id="rId6" Type="http://schemas.openxmlformats.org/officeDocument/2006/relationships/image" Target="../media/image-79-6.svg"/><Relationship Id="rId7" Type="http://schemas.openxmlformats.org/officeDocument/2006/relationships/image" Target="../media/image-79-7.png"/><Relationship Id="rId8" Type="http://schemas.openxmlformats.org/officeDocument/2006/relationships/image" Target="../media/image-79-8.svg"/><Relationship Id="rId9" Type="http://schemas.openxmlformats.org/officeDocument/2006/relationships/image" Target="../media/image-79-9.png"/><Relationship Id="rId10" Type="http://schemas.openxmlformats.org/officeDocument/2006/relationships/image" Target="../media/image-79-10.svg"/><Relationship Id="rId11" Type="http://schemas.openxmlformats.org/officeDocument/2006/relationships/image" Target="../media/image-79-11.png"/><Relationship Id="rId12" Type="http://schemas.openxmlformats.org/officeDocument/2006/relationships/image" Target="../media/image-79-12.svg"/><Relationship Id="rId13" Type="http://schemas.openxmlformats.org/officeDocument/2006/relationships/image" Target="../media/image-79-13.png"/><Relationship Id="rId14" Type="http://schemas.openxmlformats.org/officeDocument/2006/relationships/image" Target="../media/image-79-14.svg"/><Relationship Id="rId15" Type="http://schemas.openxmlformats.org/officeDocument/2006/relationships/image" Target="../media/image-79-15.png"/><Relationship Id="rId16" Type="http://schemas.openxmlformats.org/officeDocument/2006/relationships/image" Target="../media/image-79-16.svg"/><Relationship Id="rId17" Type="http://schemas.openxmlformats.org/officeDocument/2006/relationships/image" Target="../media/image-79-17.png"/><Relationship Id="rId18" Type="http://schemas.openxmlformats.org/officeDocument/2006/relationships/image" Target="../media/image-79-18.svg"/><Relationship Id="rId19" Type="http://schemas.openxmlformats.org/officeDocument/2006/relationships/image" Target="../media/image-79-19.png"/><Relationship Id="rId20" Type="http://schemas.openxmlformats.org/officeDocument/2006/relationships/image" Target="../media/image-79-20.svg"/><Relationship Id="rId21" Type="http://schemas.openxmlformats.org/officeDocument/2006/relationships/image" Target="../media/image-79-21.png"/><Relationship Id="rId22" Type="http://schemas.openxmlformats.org/officeDocument/2006/relationships/image" Target="../media/image-79-22.svg"/><Relationship Id="rId23" Type="http://schemas.openxmlformats.org/officeDocument/2006/relationships/image" Target="../media/image-79-23.png"/><Relationship Id="rId24" Type="http://schemas.openxmlformats.org/officeDocument/2006/relationships/image" Target="../media/image-79-24.svg"/><Relationship Id="rId25" Type="http://schemas.openxmlformats.org/officeDocument/2006/relationships/image" Target="../media/image-79-25.png"/><Relationship Id="rId26" Type="http://schemas.openxmlformats.org/officeDocument/2006/relationships/image" Target="../media/image-79-26.svg"/><Relationship Id="rId27" Type="http://schemas.openxmlformats.org/officeDocument/2006/relationships/image" Target="../media/image-79-27.png"/><Relationship Id="rId28" Type="http://schemas.openxmlformats.org/officeDocument/2006/relationships/image" Target="../media/image-79-28.svg"/><Relationship Id="rId29" Type="http://schemas.openxmlformats.org/officeDocument/2006/relationships/image" Target="../media/image-79-29.png"/><Relationship Id="rId30" Type="http://schemas.openxmlformats.org/officeDocument/2006/relationships/image" Target="../media/image-79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image" Target="../media/image-80-3.png"/><Relationship Id="rId4" Type="http://schemas.openxmlformats.org/officeDocument/2006/relationships/image" Target="../media/image-80-4.svg"/><Relationship Id="rId5" Type="http://schemas.openxmlformats.org/officeDocument/2006/relationships/image" Target="../media/image-80-5.png"/><Relationship Id="rId6" Type="http://schemas.openxmlformats.org/officeDocument/2006/relationships/image" Target="../media/image-80-6.svg"/><Relationship Id="rId7" Type="http://schemas.openxmlformats.org/officeDocument/2006/relationships/image" Target="../media/image-80-7.png"/><Relationship Id="rId8" Type="http://schemas.openxmlformats.org/officeDocument/2006/relationships/image" Target="../media/image-80-8.svg"/><Relationship Id="rId9" Type="http://schemas.openxmlformats.org/officeDocument/2006/relationships/image" Target="../media/image-80-9.png"/><Relationship Id="rId10" Type="http://schemas.openxmlformats.org/officeDocument/2006/relationships/image" Target="../media/image-80-10.svg"/><Relationship Id="rId11" Type="http://schemas.openxmlformats.org/officeDocument/2006/relationships/image" Target="../media/image-80-11.png"/><Relationship Id="rId12" Type="http://schemas.openxmlformats.org/officeDocument/2006/relationships/image" Target="../media/image-80-12.svg"/><Relationship Id="rId13" Type="http://schemas.openxmlformats.org/officeDocument/2006/relationships/image" Target="../media/image-80-13.png"/><Relationship Id="rId14" Type="http://schemas.openxmlformats.org/officeDocument/2006/relationships/image" Target="../media/image-80-14.svg"/><Relationship Id="rId15" Type="http://schemas.openxmlformats.org/officeDocument/2006/relationships/image" Target="../media/image-80-15.png"/><Relationship Id="rId16" Type="http://schemas.openxmlformats.org/officeDocument/2006/relationships/image" Target="../media/image-80-16.svg"/><Relationship Id="rId17" Type="http://schemas.openxmlformats.org/officeDocument/2006/relationships/image" Target="../media/image-80-17.png"/><Relationship Id="rId18" Type="http://schemas.openxmlformats.org/officeDocument/2006/relationships/image" Target="../media/image-80-18.svg"/><Relationship Id="rId19" Type="http://schemas.openxmlformats.org/officeDocument/2006/relationships/image" Target="../media/image-80-19.png"/><Relationship Id="rId20" Type="http://schemas.openxmlformats.org/officeDocument/2006/relationships/image" Target="../media/image-80-20.svg"/><Relationship Id="rId21" Type="http://schemas.openxmlformats.org/officeDocument/2006/relationships/image" Target="../media/image-80-21.png"/><Relationship Id="rId22" Type="http://schemas.openxmlformats.org/officeDocument/2006/relationships/image" Target="../media/image-80-22.svg"/><Relationship Id="rId23" Type="http://schemas.openxmlformats.org/officeDocument/2006/relationships/image" Target="../media/image-80-23.png"/><Relationship Id="rId24" Type="http://schemas.openxmlformats.org/officeDocument/2006/relationships/image" Target="../media/image-80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svg"/><Relationship Id="rId5" Type="http://schemas.openxmlformats.org/officeDocument/2006/relationships/image" Target="../media/image-81-5.png"/><Relationship Id="rId6" Type="http://schemas.openxmlformats.org/officeDocument/2006/relationships/image" Target="../media/image-81-6.svg"/><Relationship Id="rId7" Type="http://schemas.openxmlformats.org/officeDocument/2006/relationships/image" Target="../media/image-81-7.png"/><Relationship Id="rId8" Type="http://schemas.openxmlformats.org/officeDocument/2006/relationships/image" Target="../media/image-81-8.svg"/><Relationship Id="rId9" Type="http://schemas.openxmlformats.org/officeDocument/2006/relationships/image" Target="../media/image-81-9.png"/><Relationship Id="rId10" Type="http://schemas.openxmlformats.org/officeDocument/2006/relationships/image" Target="../media/image-81-10.svg"/><Relationship Id="rId11" Type="http://schemas.openxmlformats.org/officeDocument/2006/relationships/image" Target="../media/image-81-11.png"/><Relationship Id="rId12" Type="http://schemas.openxmlformats.org/officeDocument/2006/relationships/image" Target="../media/image-81-12.svg"/><Relationship Id="rId13" Type="http://schemas.openxmlformats.org/officeDocument/2006/relationships/image" Target="../media/image-81-13.png"/><Relationship Id="rId14" Type="http://schemas.openxmlformats.org/officeDocument/2006/relationships/image" Target="../media/image-81-14.svg"/><Relationship Id="rId15" Type="http://schemas.openxmlformats.org/officeDocument/2006/relationships/image" Target="../media/image-81-15.png"/><Relationship Id="rId16" Type="http://schemas.openxmlformats.org/officeDocument/2006/relationships/image" Target="../media/image-81-16.svg"/><Relationship Id="rId17" Type="http://schemas.openxmlformats.org/officeDocument/2006/relationships/image" Target="../media/image-81-17.png"/><Relationship Id="rId18" Type="http://schemas.openxmlformats.org/officeDocument/2006/relationships/image" Target="../media/image-81-18.svg"/><Relationship Id="rId19" Type="http://schemas.openxmlformats.org/officeDocument/2006/relationships/image" Target="../media/image-81-19.png"/><Relationship Id="rId20" Type="http://schemas.openxmlformats.org/officeDocument/2006/relationships/image" Target="../media/image-81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svg"/><Relationship Id="rId3" Type="http://schemas.openxmlformats.org/officeDocument/2006/relationships/image" Target="../media/image-82-3.png"/><Relationship Id="rId4" Type="http://schemas.openxmlformats.org/officeDocument/2006/relationships/image" Target="../media/image-82-4.svg"/><Relationship Id="rId5" Type="http://schemas.openxmlformats.org/officeDocument/2006/relationships/image" Target="../media/image-82-5.png"/><Relationship Id="rId6" Type="http://schemas.openxmlformats.org/officeDocument/2006/relationships/image" Target="../media/image-82-6.svg"/><Relationship Id="rId7" Type="http://schemas.openxmlformats.org/officeDocument/2006/relationships/image" Target="../media/image-82-7.png"/><Relationship Id="rId8" Type="http://schemas.openxmlformats.org/officeDocument/2006/relationships/image" Target="../media/image-82-8.svg"/><Relationship Id="rId9" Type="http://schemas.openxmlformats.org/officeDocument/2006/relationships/image" Target="../media/image-82-9.png"/><Relationship Id="rId10" Type="http://schemas.openxmlformats.org/officeDocument/2006/relationships/image" Target="../media/image-82-10.svg"/><Relationship Id="rId11" Type="http://schemas.openxmlformats.org/officeDocument/2006/relationships/image" Target="../media/image-82-11.png"/><Relationship Id="rId12" Type="http://schemas.openxmlformats.org/officeDocument/2006/relationships/image" Target="../media/image-82-12.svg"/><Relationship Id="rId13" Type="http://schemas.openxmlformats.org/officeDocument/2006/relationships/image" Target="../media/image-82-13.png"/><Relationship Id="rId14" Type="http://schemas.openxmlformats.org/officeDocument/2006/relationships/image" Target="../media/image-82-14.svg"/><Relationship Id="rId15" Type="http://schemas.openxmlformats.org/officeDocument/2006/relationships/image" Target="../media/image-82-15.png"/><Relationship Id="rId16" Type="http://schemas.openxmlformats.org/officeDocument/2006/relationships/image" Target="../media/image-82-16.svg"/><Relationship Id="rId17" Type="http://schemas.openxmlformats.org/officeDocument/2006/relationships/image" Target="../media/image-82-17.png"/><Relationship Id="rId18" Type="http://schemas.openxmlformats.org/officeDocument/2006/relationships/image" Target="../media/image-82-18.svg"/><Relationship Id="rId19" Type="http://schemas.openxmlformats.org/officeDocument/2006/relationships/image" Target="../media/image-82-19.png"/><Relationship Id="rId20" Type="http://schemas.openxmlformats.org/officeDocument/2006/relationships/image" Target="../media/image-8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svg"/><Relationship Id="rId3" Type="http://schemas.openxmlformats.org/officeDocument/2006/relationships/image" Target="../media/image-83-3.png"/><Relationship Id="rId4" Type="http://schemas.openxmlformats.org/officeDocument/2006/relationships/image" Target="../media/image-83-4.svg"/><Relationship Id="rId5" Type="http://schemas.openxmlformats.org/officeDocument/2006/relationships/image" Target="../media/image-83-5.png"/><Relationship Id="rId6" Type="http://schemas.openxmlformats.org/officeDocument/2006/relationships/image" Target="../media/image-83-6.svg"/><Relationship Id="rId7" Type="http://schemas.openxmlformats.org/officeDocument/2006/relationships/image" Target="../media/image-83-7.png"/><Relationship Id="rId8" Type="http://schemas.openxmlformats.org/officeDocument/2006/relationships/image" Target="../media/image-83-8.svg"/><Relationship Id="rId9" Type="http://schemas.openxmlformats.org/officeDocument/2006/relationships/image" Target="../media/image-83-9.png"/><Relationship Id="rId10" Type="http://schemas.openxmlformats.org/officeDocument/2006/relationships/image" Target="../media/image-83-10.svg"/><Relationship Id="rId11" Type="http://schemas.openxmlformats.org/officeDocument/2006/relationships/image" Target="../media/image-83-11.png"/><Relationship Id="rId12" Type="http://schemas.openxmlformats.org/officeDocument/2006/relationships/image" Target="../media/image-83-12.svg"/><Relationship Id="rId13" Type="http://schemas.openxmlformats.org/officeDocument/2006/relationships/image" Target="../media/image-83-13.png"/><Relationship Id="rId14" Type="http://schemas.openxmlformats.org/officeDocument/2006/relationships/image" Target="../media/image-83-14.svg"/><Relationship Id="rId15" Type="http://schemas.openxmlformats.org/officeDocument/2006/relationships/image" Target="../media/image-83-15.png"/><Relationship Id="rId16" Type="http://schemas.openxmlformats.org/officeDocument/2006/relationships/image" Target="../media/image-83-16.svg"/><Relationship Id="rId17" Type="http://schemas.openxmlformats.org/officeDocument/2006/relationships/image" Target="../media/image-83-17.png"/><Relationship Id="rId18" Type="http://schemas.openxmlformats.org/officeDocument/2006/relationships/image" Target="../media/image-83-18.svg"/><Relationship Id="rId19" Type="http://schemas.openxmlformats.org/officeDocument/2006/relationships/image" Target="../media/image-83-19.png"/><Relationship Id="rId20" Type="http://schemas.openxmlformats.org/officeDocument/2006/relationships/image" Target="../media/image-83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svg"/><Relationship Id="rId3" Type="http://schemas.openxmlformats.org/officeDocument/2006/relationships/image" Target="../media/image-84-3.png"/><Relationship Id="rId4" Type="http://schemas.openxmlformats.org/officeDocument/2006/relationships/image" Target="../media/image-84-4.svg"/><Relationship Id="rId5" Type="http://schemas.openxmlformats.org/officeDocument/2006/relationships/image" Target="../media/image-84-5.png"/><Relationship Id="rId6" Type="http://schemas.openxmlformats.org/officeDocument/2006/relationships/image" Target="../media/image-84-6.svg"/><Relationship Id="rId7" Type="http://schemas.openxmlformats.org/officeDocument/2006/relationships/image" Target="../media/image-84-7.png"/><Relationship Id="rId8" Type="http://schemas.openxmlformats.org/officeDocument/2006/relationships/image" Target="../media/image-84-8.svg"/><Relationship Id="rId9" Type="http://schemas.openxmlformats.org/officeDocument/2006/relationships/image" Target="../media/image-84-9.png"/><Relationship Id="rId10" Type="http://schemas.openxmlformats.org/officeDocument/2006/relationships/image" Target="../media/image-84-10.svg"/><Relationship Id="rId11" Type="http://schemas.openxmlformats.org/officeDocument/2006/relationships/image" Target="../media/image-84-11.png"/><Relationship Id="rId12" Type="http://schemas.openxmlformats.org/officeDocument/2006/relationships/image" Target="../media/image-84-12.svg"/><Relationship Id="rId13" Type="http://schemas.openxmlformats.org/officeDocument/2006/relationships/image" Target="../media/image-84-13.png"/><Relationship Id="rId14" Type="http://schemas.openxmlformats.org/officeDocument/2006/relationships/image" Target="../media/image-84-14.svg"/><Relationship Id="rId15" Type="http://schemas.openxmlformats.org/officeDocument/2006/relationships/image" Target="../media/image-84-15.png"/><Relationship Id="rId16" Type="http://schemas.openxmlformats.org/officeDocument/2006/relationships/image" Target="../media/image-84-16.svg"/><Relationship Id="rId17" Type="http://schemas.openxmlformats.org/officeDocument/2006/relationships/image" Target="../media/image-84-17.png"/><Relationship Id="rId18" Type="http://schemas.openxmlformats.org/officeDocument/2006/relationships/image" Target="../media/image-84-18.svg"/><Relationship Id="rId19" Type="http://schemas.openxmlformats.org/officeDocument/2006/relationships/image" Target="../media/image-84-19.png"/><Relationship Id="rId20" Type="http://schemas.openxmlformats.org/officeDocument/2006/relationships/image" Target="../media/image-84-20.svg"/><Relationship Id="rId21" Type="http://schemas.openxmlformats.org/officeDocument/2006/relationships/image" Target="../media/image-84-21.png"/><Relationship Id="rId22" Type="http://schemas.openxmlformats.org/officeDocument/2006/relationships/image" Target="../media/image-84-22.svg"/><Relationship Id="rId23" Type="http://schemas.openxmlformats.org/officeDocument/2006/relationships/image" Target="../media/image-84-23.png"/><Relationship Id="rId24" Type="http://schemas.openxmlformats.org/officeDocument/2006/relationships/image" Target="../media/image-84-24.svg"/><Relationship Id="rId25" Type="http://schemas.openxmlformats.org/officeDocument/2006/relationships/image" Target="../media/image-84-25.png"/><Relationship Id="rId26" Type="http://schemas.openxmlformats.org/officeDocument/2006/relationships/image" Target="../media/image-84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svg"/><Relationship Id="rId3" Type="http://schemas.openxmlformats.org/officeDocument/2006/relationships/image" Target="../media/image-85-3.png"/><Relationship Id="rId4" Type="http://schemas.openxmlformats.org/officeDocument/2006/relationships/image" Target="../media/image-85-4.svg"/><Relationship Id="rId5" Type="http://schemas.openxmlformats.org/officeDocument/2006/relationships/image" Target="../media/image-85-5.png"/><Relationship Id="rId6" Type="http://schemas.openxmlformats.org/officeDocument/2006/relationships/image" Target="../media/image-85-6.svg"/><Relationship Id="rId7" Type="http://schemas.openxmlformats.org/officeDocument/2006/relationships/image" Target="../media/image-85-7.png"/><Relationship Id="rId8" Type="http://schemas.openxmlformats.org/officeDocument/2006/relationships/image" Target="../media/image-85-8.svg"/><Relationship Id="rId9" Type="http://schemas.openxmlformats.org/officeDocument/2006/relationships/image" Target="../media/image-85-9.png"/><Relationship Id="rId10" Type="http://schemas.openxmlformats.org/officeDocument/2006/relationships/image" Target="../media/image-85-10.svg"/><Relationship Id="rId11" Type="http://schemas.openxmlformats.org/officeDocument/2006/relationships/image" Target="../media/image-85-11.png"/><Relationship Id="rId12" Type="http://schemas.openxmlformats.org/officeDocument/2006/relationships/image" Target="../media/image-85-12.svg"/><Relationship Id="rId13" Type="http://schemas.openxmlformats.org/officeDocument/2006/relationships/image" Target="../media/image-85-13.png"/><Relationship Id="rId14" Type="http://schemas.openxmlformats.org/officeDocument/2006/relationships/image" Target="../media/image-85-14.svg"/><Relationship Id="rId15" Type="http://schemas.openxmlformats.org/officeDocument/2006/relationships/image" Target="../media/image-85-15.png"/><Relationship Id="rId16" Type="http://schemas.openxmlformats.org/officeDocument/2006/relationships/image" Target="../media/image-85-16.svg"/><Relationship Id="rId17" Type="http://schemas.openxmlformats.org/officeDocument/2006/relationships/image" Target="../media/image-85-17.png"/><Relationship Id="rId18" Type="http://schemas.openxmlformats.org/officeDocument/2006/relationships/image" Target="../media/image-85-18.svg"/><Relationship Id="rId19" Type="http://schemas.openxmlformats.org/officeDocument/2006/relationships/image" Target="../media/image-85-19.png"/><Relationship Id="rId20" Type="http://schemas.openxmlformats.org/officeDocument/2006/relationships/image" Target="../media/image-85-20.svg"/><Relationship Id="rId21" Type="http://schemas.openxmlformats.org/officeDocument/2006/relationships/image" Target="../media/image-85-21.png"/><Relationship Id="rId22" Type="http://schemas.openxmlformats.org/officeDocument/2006/relationships/image" Target="../media/image-85-22.svg"/><Relationship Id="rId23" Type="http://schemas.openxmlformats.org/officeDocument/2006/relationships/image" Target="../media/image-85-23.png"/><Relationship Id="rId24" Type="http://schemas.openxmlformats.org/officeDocument/2006/relationships/image" Target="../media/image-85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svg"/><Relationship Id="rId3" Type="http://schemas.openxmlformats.org/officeDocument/2006/relationships/image" Target="../media/image-86-3.png"/><Relationship Id="rId4" Type="http://schemas.openxmlformats.org/officeDocument/2006/relationships/image" Target="../media/image-86-4.svg"/><Relationship Id="rId5" Type="http://schemas.openxmlformats.org/officeDocument/2006/relationships/image" Target="../media/image-86-5.png"/><Relationship Id="rId6" Type="http://schemas.openxmlformats.org/officeDocument/2006/relationships/image" Target="../media/image-86-6.svg"/><Relationship Id="rId7" Type="http://schemas.openxmlformats.org/officeDocument/2006/relationships/image" Target="../media/image-86-7.png"/><Relationship Id="rId8" Type="http://schemas.openxmlformats.org/officeDocument/2006/relationships/image" Target="../media/image-86-8.svg"/><Relationship Id="rId9" Type="http://schemas.openxmlformats.org/officeDocument/2006/relationships/image" Target="../media/image-86-9.png"/><Relationship Id="rId10" Type="http://schemas.openxmlformats.org/officeDocument/2006/relationships/image" Target="../media/image-86-10.svg"/><Relationship Id="rId11" Type="http://schemas.openxmlformats.org/officeDocument/2006/relationships/image" Target="../media/image-86-11.png"/><Relationship Id="rId12" Type="http://schemas.openxmlformats.org/officeDocument/2006/relationships/image" Target="../media/image-86-12.svg"/><Relationship Id="rId13" Type="http://schemas.openxmlformats.org/officeDocument/2006/relationships/image" Target="../media/image-86-13.png"/><Relationship Id="rId14" Type="http://schemas.openxmlformats.org/officeDocument/2006/relationships/image" Target="../media/image-86-14.svg"/><Relationship Id="rId15" Type="http://schemas.openxmlformats.org/officeDocument/2006/relationships/image" Target="../media/image-86-15.png"/><Relationship Id="rId16" Type="http://schemas.openxmlformats.org/officeDocument/2006/relationships/image" Target="../media/image-86-16.svg"/><Relationship Id="rId17" Type="http://schemas.openxmlformats.org/officeDocument/2006/relationships/image" Target="../media/image-86-17.png"/><Relationship Id="rId18" Type="http://schemas.openxmlformats.org/officeDocument/2006/relationships/image" Target="../media/image-86-18.svg"/><Relationship Id="rId19" Type="http://schemas.openxmlformats.org/officeDocument/2006/relationships/image" Target="../media/image-86-19.png"/><Relationship Id="rId20" Type="http://schemas.openxmlformats.org/officeDocument/2006/relationships/image" Target="../media/image-86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svg"/><Relationship Id="rId3" Type="http://schemas.openxmlformats.org/officeDocument/2006/relationships/image" Target="../media/image-87-3.png"/><Relationship Id="rId4" Type="http://schemas.openxmlformats.org/officeDocument/2006/relationships/image" Target="../media/image-87-4.svg"/><Relationship Id="rId5" Type="http://schemas.openxmlformats.org/officeDocument/2006/relationships/image" Target="../media/image-87-5.png"/><Relationship Id="rId6" Type="http://schemas.openxmlformats.org/officeDocument/2006/relationships/image" Target="../media/image-87-6.svg"/><Relationship Id="rId7" Type="http://schemas.openxmlformats.org/officeDocument/2006/relationships/image" Target="../media/image-87-7.png"/><Relationship Id="rId8" Type="http://schemas.openxmlformats.org/officeDocument/2006/relationships/image" Target="../media/image-87-8.svg"/><Relationship Id="rId9" Type="http://schemas.openxmlformats.org/officeDocument/2006/relationships/image" Target="../media/image-87-9.png"/><Relationship Id="rId10" Type="http://schemas.openxmlformats.org/officeDocument/2006/relationships/image" Target="../media/image-87-10.svg"/><Relationship Id="rId11" Type="http://schemas.openxmlformats.org/officeDocument/2006/relationships/image" Target="../media/image-87-11.png"/><Relationship Id="rId12" Type="http://schemas.openxmlformats.org/officeDocument/2006/relationships/image" Target="../media/image-87-12.svg"/><Relationship Id="rId13" Type="http://schemas.openxmlformats.org/officeDocument/2006/relationships/image" Target="../media/image-87-13.png"/><Relationship Id="rId14" Type="http://schemas.openxmlformats.org/officeDocument/2006/relationships/image" Target="../media/image-87-14.svg"/><Relationship Id="rId15" Type="http://schemas.openxmlformats.org/officeDocument/2006/relationships/image" Target="../media/image-87-15.png"/><Relationship Id="rId16" Type="http://schemas.openxmlformats.org/officeDocument/2006/relationships/image" Target="../media/image-8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svg"/><Relationship Id="rId3" Type="http://schemas.openxmlformats.org/officeDocument/2006/relationships/image" Target="../media/image-88-3.png"/><Relationship Id="rId4" Type="http://schemas.openxmlformats.org/officeDocument/2006/relationships/image" Target="../media/image-88-4.svg"/><Relationship Id="rId5" Type="http://schemas.openxmlformats.org/officeDocument/2006/relationships/image" Target="../media/image-88-5.png"/><Relationship Id="rId6" Type="http://schemas.openxmlformats.org/officeDocument/2006/relationships/image" Target="../media/image-88-6.svg"/><Relationship Id="rId7" Type="http://schemas.openxmlformats.org/officeDocument/2006/relationships/image" Target="../media/image-88-7.png"/><Relationship Id="rId8" Type="http://schemas.openxmlformats.org/officeDocument/2006/relationships/image" Target="../media/image-88-8.svg"/><Relationship Id="rId9" Type="http://schemas.openxmlformats.org/officeDocument/2006/relationships/image" Target="../media/image-88-9.png"/><Relationship Id="rId10" Type="http://schemas.openxmlformats.org/officeDocument/2006/relationships/image" Target="../media/image-88-10.svg"/><Relationship Id="rId11" Type="http://schemas.openxmlformats.org/officeDocument/2006/relationships/image" Target="../media/image-88-11.png"/><Relationship Id="rId12" Type="http://schemas.openxmlformats.org/officeDocument/2006/relationships/image" Target="../media/image-88-12.svg"/><Relationship Id="rId13" Type="http://schemas.openxmlformats.org/officeDocument/2006/relationships/image" Target="../media/image-88-13.png"/><Relationship Id="rId14" Type="http://schemas.openxmlformats.org/officeDocument/2006/relationships/image" Target="../media/image-88-14.svg"/><Relationship Id="rId15" Type="http://schemas.openxmlformats.org/officeDocument/2006/relationships/image" Target="../media/image-88-15.png"/><Relationship Id="rId16" Type="http://schemas.openxmlformats.org/officeDocument/2006/relationships/image" Target="../media/image-88-16.svg"/><Relationship Id="rId17" Type="http://schemas.openxmlformats.org/officeDocument/2006/relationships/image" Target="../media/image-88-17.png"/><Relationship Id="rId18" Type="http://schemas.openxmlformats.org/officeDocument/2006/relationships/image" Target="../media/image-88-18.svg"/><Relationship Id="rId19" Type="http://schemas.openxmlformats.org/officeDocument/2006/relationships/image" Target="../media/image-88-19.png"/><Relationship Id="rId20" Type="http://schemas.openxmlformats.org/officeDocument/2006/relationships/image" Target="../media/image-88-20.svg"/><Relationship Id="rId21" Type="http://schemas.openxmlformats.org/officeDocument/2006/relationships/image" Target="../media/image-88-21.png"/><Relationship Id="rId22" Type="http://schemas.openxmlformats.org/officeDocument/2006/relationships/image" Target="../media/image-88-22.svg"/><Relationship Id="rId23" Type="http://schemas.openxmlformats.org/officeDocument/2006/relationships/image" Target="../media/image-88-23.png"/><Relationship Id="rId24" Type="http://schemas.openxmlformats.org/officeDocument/2006/relationships/image" Target="../media/image-88-24.svg"/><Relationship Id="rId25" Type="http://schemas.openxmlformats.org/officeDocument/2006/relationships/image" Target="../media/image-88-25.png"/><Relationship Id="rId26" Type="http://schemas.openxmlformats.org/officeDocument/2006/relationships/image" Target="../media/image-88-26.svg"/><Relationship Id="rId27" Type="http://schemas.openxmlformats.org/officeDocument/2006/relationships/image" Target="../media/image-88-27.png"/><Relationship Id="rId28" Type="http://schemas.openxmlformats.org/officeDocument/2006/relationships/image" Target="../media/image-88-28.svg"/><Relationship Id="rId29" Type="http://schemas.openxmlformats.org/officeDocument/2006/relationships/image" Target="../media/image-88-29.png"/><Relationship Id="rId30" Type="http://schemas.openxmlformats.org/officeDocument/2006/relationships/image" Target="../media/image-88-30.svg"/><Relationship Id="rId31" Type="http://schemas.openxmlformats.org/officeDocument/2006/relationships/image" Target="../media/image-88-31.png"/><Relationship Id="rId32" Type="http://schemas.openxmlformats.org/officeDocument/2006/relationships/image" Target="../media/image-88-32.svg"/><Relationship Id="rId33" Type="http://schemas.openxmlformats.org/officeDocument/2006/relationships/image" Target="../media/image-88-33.png"/><Relationship Id="rId34" Type="http://schemas.openxmlformats.org/officeDocument/2006/relationships/image" Target="../media/image-88-34.svg"/><Relationship Id="rId35" Type="http://schemas.openxmlformats.org/officeDocument/2006/relationships/image" Target="../media/image-88-35.png"/><Relationship Id="rId36" Type="http://schemas.openxmlformats.org/officeDocument/2006/relationships/image" Target="../media/image-88-36.svg"/><Relationship Id="rId37" Type="http://schemas.openxmlformats.org/officeDocument/2006/relationships/image" Target="../media/image-88-37.png"/><Relationship Id="rId38" Type="http://schemas.openxmlformats.org/officeDocument/2006/relationships/image" Target="../media/image-88-38.svg"/><Relationship Id="rId39" Type="http://schemas.openxmlformats.org/officeDocument/2006/relationships/image" Target="../media/image-88-39.png"/><Relationship Id="rId40" Type="http://schemas.openxmlformats.org/officeDocument/2006/relationships/image" Target="../media/image-88-40.svg"/><Relationship Id="rId41" Type="http://schemas.openxmlformats.org/officeDocument/2006/relationships/image" Target="../media/image-88-41.png"/><Relationship Id="rId42" Type="http://schemas.openxmlformats.org/officeDocument/2006/relationships/image" Target="../media/image-88-42.svg"/><Relationship Id="rId43" Type="http://schemas.openxmlformats.org/officeDocument/2006/relationships/image" Target="../media/image-88-43.png"/><Relationship Id="rId44" Type="http://schemas.openxmlformats.org/officeDocument/2006/relationships/image" Target="../media/image-88-44.svg"/><Relationship Id="rId45" Type="http://schemas.openxmlformats.org/officeDocument/2006/relationships/image" Target="../media/image-88-45.png"/><Relationship Id="rId46" Type="http://schemas.openxmlformats.org/officeDocument/2006/relationships/image" Target="../media/image-88-46.svg"/><Relationship Id="rId47" Type="http://schemas.openxmlformats.org/officeDocument/2006/relationships/image" Target="../media/image-88-47.png"/><Relationship Id="rId48" Type="http://schemas.openxmlformats.org/officeDocument/2006/relationships/image" Target="../media/image-88-48.svg"/><Relationship Id="rId49" Type="http://schemas.openxmlformats.org/officeDocument/2006/relationships/image" Target="../media/image-88-49.png"/><Relationship Id="rId50" Type="http://schemas.openxmlformats.org/officeDocument/2006/relationships/image" Target="../media/image-88-50.svg"/><Relationship Id="rId51" Type="http://schemas.openxmlformats.org/officeDocument/2006/relationships/image" Target="../media/image-88-51.png"/><Relationship Id="rId52" Type="http://schemas.openxmlformats.org/officeDocument/2006/relationships/image" Target="../media/image-88-52.svg"/><Relationship Id="rId53" Type="http://schemas.openxmlformats.org/officeDocument/2006/relationships/image" Target="../media/image-88-53.png"/><Relationship Id="rId54" Type="http://schemas.openxmlformats.org/officeDocument/2006/relationships/image" Target="../media/image-88-54.svg"/><Relationship Id="rId55" Type="http://schemas.openxmlformats.org/officeDocument/2006/relationships/image" Target="../media/image-88-55.png"/><Relationship Id="rId56" Type="http://schemas.openxmlformats.org/officeDocument/2006/relationships/image" Target="../media/image-88-56.svg"/><Relationship Id="rId57" Type="http://schemas.openxmlformats.org/officeDocument/2006/relationships/slideLayout" Target="../slideLayouts/slideLayout1.xml"/><Relationship Id="rId58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svg"/><Relationship Id="rId4" Type="http://schemas.openxmlformats.org/officeDocument/2006/relationships/image" Target="../media/image-89-4.png"/><Relationship Id="rId5" Type="http://schemas.openxmlformats.org/officeDocument/2006/relationships/image" Target="../media/image-89-5.svg"/><Relationship Id="rId6" Type="http://schemas.openxmlformats.org/officeDocument/2006/relationships/image" Target="../media/image-89-6.png"/><Relationship Id="rId7" Type="http://schemas.openxmlformats.org/officeDocument/2006/relationships/image" Target="../media/image-89-7.svg"/><Relationship Id="rId8" Type="http://schemas.openxmlformats.org/officeDocument/2006/relationships/image" Target="../media/image-89-8.png"/><Relationship Id="rId9" Type="http://schemas.openxmlformats.org/officeDocument/2006/relationships/image" Target="../media/image-89-9.svg"/><Relationship Id="rId10" Type="http://schemas.openxmlformats.org/officeDocument/2006/relationships/image" Target="../media/image-89-10.png"/><Relationship Id="rId11" Type="http://schemas.openxmlformats.org/officeDocument/2006/relationships/image" Target="../media/image-89-11.svg"/><Relationship Id="rId12" Type="http://schemas.openxmlformats.org/officeDocument/2006/relationships/image" Target="../media/image-89-12.png"/><Relationship Id="rId13" Type="http://schemas.openxmlformats.org/officeDocument/2006/relationships/image" Target="../media/image-89-13.svg"/><Relationship Id="rId14" Type="http://schemas.openxmlformats.org/officeDocument/2006/relationships/image" Target="../media/image-89-14.png"/><Relationship Id="rId15" Type="http://schemas.openxmlformats.org/officeDocument/2006/relationships/image" Target="../media/image-89-15.svg"/><Relationship Id="rId16" Type="http://schemas.openxmlformats.org/officeDocument/2006/relationships/image" Target="../media/image-89-16.png"/><Relationship Id="rId17" Type="http://schemas.openxmlformats.org/officeDocument/2006/relationships/image" Target="../media/image-89-17.svg"/><Relationship Id="rId18" Type="http://schemas.openxmlformats.org/officeDocument/2006/relationships/image" Target="../media/image-89-18.png"/><Relationship Id="rId19" Type="http://schemas.openxmlformats.org/officeDocument/2006/relationships/image" Target="../media/image-89-19.svg"/><Relationship Id="rId20" Type="http://schemas.openxmlformats.org/officeDocument/2006/relationships/image" Target="../media/image-89-20.png"/><Relationship Id="rId21" Type="http://schemas.openxmlformats.org/officeDocument/2006/relationships/image" Target="../media/image-89-21.svg"/><Relationship Id="rId22" Type="http://schemas.openxmlformats.org/officeDocument/2006/relationships/image" Target="../media/image-89-22.png"/><Relationship Id="rId23" Type="http://schemas.openxmlformats.org/officeDocument/2006/relationships/image" Target="../media/image-89-23.svg"/><Relationship Id="rId24" Type="http://schemas.openxmlformats.org/officeDocument/2006/relationships/image" Target="../media/image-89-24.png"/><Relationship Id="rId25" Type="http://schemas.openxmlformats.org/officeDocument/2006/relationships/image" Target="../media/image-89-25.sv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ferreteria.jpg">    </p:cNvPr>
          <p:cNvPicPr>
            <a:picLocks noChangeAspect="1"/>
          </p:cNvPicPr>
          <p:nvPr/>
        </p:nvPicPr>
        <p:blipFill>
          <a:blip r:embed="rId1"/>
          <a:srcRect l="11723" r="11723" t="0" b="0"/>
          <a:stretch/>
        </p:blipFill>
        <p:spPr>
          <a:xfrm>
            <a:off x="6172200" y="1097280"/>
            <a:ext cx="5358384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CLASE 08 · SEMANA 03</a:t>
            </a:r>
            <a:endParaRPr lang="en-US" sz="1200" dirty="0"/>
          </a:p>
        </p:txBody>
      </p:sp>
      <p:pic>
        <p:nvPicPr>
          <p:cNvPr id="5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14300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Requerimientos,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pantallas y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datos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658368" y="3703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método de seis estaciones para diseñar cualquier software.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658368" y="4709160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61" y="4839553"/>
            <a:ext cx="306141" cy="30614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371600" y="4709160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1993" y="4839553"/>
            <a:ext cx="306141" cy="30614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084832" y="4709160"/>
            <a:ext cx="566928" cy="56692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5225" y="4839553"/>
            <a:ext cx="306141" cy="306141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2798064" y="4709160"/>
            <a:ext cx="566928" cy="56692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8457" y="4839553"/>
            <a:ext cx="306141" cy="306141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3511296" y="4709160"/>
            <a:ext cx="566928" cy="566928"/>
          </a:xfrm>
          <a:prstGeom prst="ellipse">
            <a:avLst/>
          </a:prstGeom>
          <a:solidFill>
            <a:srgbClr val="102A43"/>
          </a:solidFill>
          <a:ln w="19050">
            <a:solidFill>
              <a:srgbClr val="E6EEF7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41689" y="4839553"/>
            <a:ext cx="306141" cy="306141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224528" y="4709160"/>
            <a:ext cx="566928" cy="566928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54921" y="4839553"/>
            <a:ext cx="306141" cy="30614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58368" y="5532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Miércoles 21 de octubre de 2026 · 08:30 a 10:50</a:t>
            </a:r>
            <a:endParaRPr lang="en-US" sz="1400" dirty="0"/>
          </a:p>
        </p:txBody>
      </p:sp>
      <p:sp>
        <p:nvSpPr>
          <p:cNvPr id="21" name="Shape 11"/>
          <p:cNvSpPr/>
          <p:nvPr/>
        </p:nvSpPr>
        <p:spPr>
          <a:xfrm>
            <a:off x="6172200" y="5303520"/>
            <a:ext cx="5358384" cy="45720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635508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ficticio: una ferretería de Osorno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6" name="Shape 15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9" name="Shape 17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2" name="Shape 19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8" name="Shape 23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1" name="Text 25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 · EL MÉTODO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método de seis estaciones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72768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cualquier software: el de este módulo o uno futuro.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564615" y="3145536"/>
            <a:ext cx="9062466" cy="109728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5975" y="2651760"/>
            <a:ext cx="1097280" cy="10972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8349" y="2904134"/>
            <a:ext cx="592531" cy="5925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1735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388620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1520" y="443484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busca la persona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828468" y="2651760"/>
            <a:ext cx="1097280" cy="109728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0842" y="2904134"/>
            <a:ext cx="592531" cy="59253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94228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BC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498293" y="388620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544013" y="443484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hará el sistema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40961" y="2651760"/>
            <a:ext cx="1097280" cy="109728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3335" y="2904134"/>
            <a:ext cx="592531" cy="59253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06721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FAE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310786" y="388620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356506" y="443484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sabe que funciona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53454" y="2651760"/>
            <a:ext cx="1097280" cy="109728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5829" y="2904134"/>
            <a:ext cx="592531" cy="59253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19214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4B7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123280" y="388620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6169000" y="443484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usa, paso a paso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265947" y="2651760"/>
            <a:ext cx="1097280" cy="10972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18322" y="2904134"/>
            <a:ext cx="592531" cy="59253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31707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2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7935773" y="388620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981493" y="443484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guarda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10078441" y="2651760"/>
            <a:ext cx="1097280" cy="109728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30815" y="2904134"/>
            <a:ext cx="592531" cy="59253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444201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2606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9748266" y="388620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9793986" y="443484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comprueba con datos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10627081" y="5166360"/>
            <a:ext cx="0" cy="182880"/>
          </a:xfrm>
          <a:prstGeom prst="line">
            <a:avLst/>
          </a:prstGeom>
          <a:noFill/>
          <a:ln w="22860">
            <a:solidFill>
              <a:srgbClr val="284B75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1564615" y="5349240"/>
            <a:ext cx="9062466" cy="0"/>
          </a:xfrm>
          <a:prstGeom prst="line">
            <a:avLst/>
          </a:prstGeom>
          <a:noFill/>
          <a:ln w="22860">
            <a:solidFill>
              <a:srgbClr val="284B75"/>
            </a:solidFill>
            <a:prstDash val="solid"/>
            <a:headEnd type="triangle"/>
          </a:ln>
        </p:spPr>
      </p:sp>
      <p:sp>
        <p:nvSpPr>
          <p:cNvPr id="40" name="Shape 31"/>
          <p:cNvSpPr/>
          <p:nvPr/>
        </p:nvSpPr>
        <p:spPr>
          <a:xfrm>
            <a:off x="1564615" y="5166360"/>
            <a:ext cx="0" cy="182880"/>
          </a:xfrm>
          <a:prstGeom prst="line">
            <a:avLst/>
          </a:prstGeom>
          <a:noFill/>
          <a:ln w="22860">
            <a:solidFill>
              <a:srgbClr val="284B75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3337560" y="5129784"/>
            <a:ext cx="5513832" cy="438912"/>
          </a:xfrm>
          <a:prstGeom prst="roundRect">
            <a:avLst>
              <a:gd name="adj" fmla="val 16667"/>
            </a:avLst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3383280" y="5129784"/>
            <a:ext cx="5422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algo no calza, se vuelve a la estación anterior y se ajusta.</a:t>
            </a:r>
            <a:endParaRPr lang="en-US" sz="1450" dirty="0"/>
          </a:p>
        </p:txBody>
      </p:sp>
      <p:sp>
        <p:nvSpPr>
          <p:cNvPr id="43" name="Shape 3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9" name="Shape 3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2" name="Shape 4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5" name="Shape 4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8" name="Shape 4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61" name="Text 4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 · 08:30 A 08:35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 empieza por una operación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54480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operación es una acción completa que una persona realiza con el sistema para obtener un resultado útil.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762201" y="2560320"/>
            <a:ext cx="1417320" cy="14173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8185" y="2886304"/>
            <a:ext cx="765353" cy="7653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4114800"/>
            <a:ext cx="3624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86968" y="4434840"/>
            <a:ext cx="3167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que atiende en el mesón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3408121" y="3273552"/>
            <a:ext cx="1750466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387188" y="2560320"/>
            <a:ext cx="1417320" cy="14173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3171" y="2886304"/>
            <a:ext cx="765353" cy="7653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83354" y="4114800"/>
            <a:ext cx="3624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11954" y="4434840"/>
            <a:ext cx="3167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un pedido en el sistema</a:t>
            </a:r>
            <a:endParaRPr lang="en-US" sz="2100" dirty="0"/>
          </a:p>
        </p:txBody>
      </p:sp>
      <p:sp>
        <p:nvSpPr>
          <p:cNvPr id="16" name="Shape 11"/>
          <p:cNvSpPr/>
          <p:nvPr/>
        </p:nvSpPr>
        <p:spPr>
          <a:xfrm>
            <a:off x="7033108" y="3273552"/>
            <a:ext cx="1750466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9012174" y="2560320"/>
            <a:ext cx="1417320" cy="141732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8158" y="2886304"/>
            <a:ext cx="765353" cy="76535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08341" y="4114800"/>
            <a:ext cx="3624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OBTIENE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136941" y="4434840"/>
            <a:ext cx="3167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número para consultarlo después</a:t>
            </a:r>
            <a:endParaRPr lang="en-US" sz="2100" dirty="0"/>
          </a:p>
        </p:txBody>
      </p:sp>
      <p:sp>
        <p:nvSpPr>
          <p:cNvPr id="21" name="Shape 15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taller se sigue una sola operación, de la necesidad hasta los datos guardados.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1" name="Text 2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 · EL MÉTODO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estación responde una pregunta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591056"/>
            <a:ext cx="345643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591056"/>
            <a:ext cx="109728" cy="19568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819656"/>
            <a:ext cx="603504" cy="6035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782" y="1958462"/>
            <a:ext cx="325892" cy="3258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82496" y="1819656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Necesidad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50976" y="2505456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necesita conseguir qué, y qué operación completa le da ese resultado?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367632" y="1591056"/>
            <a:ext cx="345643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67632" y="1591056"/>
            <a:ext cx="109728" cy="19568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60240" y="1819656"/>
            <a:ext cx="603504" cy="60350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9046" y="1958462"/>
            <a:ext cx="325892" cy="3258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1760" y="1819656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Requerimientos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660240" y="2505456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actúa, qué ingresa, qué hace el sistema y qué resultado se puede observar? ¿Cómo se comprueba su calidad?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8076895" y="1591056"/>
            <a:ext cx="345643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076895" y="1591056"/>
            <a:ext cx="109728" cy="195681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69503" y="1819656"/>
            <a:ext cx="603504" cy="60350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8309" y="1958462"/>
            <a:ext cx="325892" cy="3258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1023" y="1819656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Historia y criterios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369503" y="2505456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reconoce que la operación quedó resuelta, también cuando falta un dato o falla el guardado?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658368" y="3675888"/>
            <a:ext cx="345643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3675888"/>
            <a:ext cx="109728" cy="1956816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50976" y="3904488"/>
            <a:ext cx="603504" cy="60350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9782" y="4043294"/>
            <a:ext cx="325892" cy="3258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82496" y="3904488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Recorrido y pantallas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950976" y="4590288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 la persona, qué responde el sistema y qué ocurre si no puede continuar?</a:t>
            </a:r>
            <a:endParaRPr lang="en-US" sz="1450" dirty="0"/>
          </a:p>
        </p:txBody>
      </p:sp>
      <p:sp>
        <p:nvSpPr>
          <p:cNvPr id="30" name="Shape 23"/>
          <p:cNvSpPr/>
          <p:nvPr/>
        </p:nvSpPr>
        <p:spPr>
          <a:xfrm>
            <a:off x="4367632" y="3675888"/>
            <a:ext cx="345643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367632" y="3675888"/>
            <a:ext cx="109728" cy="19568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660240" y="3904488"/>
            <a:ext cx="603504" cy="6035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99046" y="4043294"/>
            <a:ext cx="325892" cy="32589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91760" y="3904488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Datos y tablas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4660240" y="4590288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poder recuperarse después, a qué pertenece cada dato y cómo se conectan los registros?</a:t>
            </a:r>
            <a:endParaRPr lang="en-US" sz="1450" dirty="0"/>
          </a:p>
        </p:txBody>
      </p:sp>
      <p:sp>
        <p:nvSpPr>
          <p:cNvPr id="36" name="Shape 28"/>
          <p:cNvSpPr/>
          <p:nvPr/>
        </p:nvSpPr>
        <p:spPr>
          <a:xfrm>
            <a:off x="8076895" y="3675888"/>
            <a:ext cx="345643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076895" y="3675888"/>
            <a:ext cx="109728" cy="195681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369503" y="3904488"/>
            <a:ext cx="603504" cy="60350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08309" y="4043294"/>
            <a:ext cx="325892" cy="32589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101023" y="3904488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· Prueba</a:t>
            </a:r>
            <a:endParaRPr lang="en-US" sz="1700" dirty="0"/>
          </a:p>
        </p:txBody>
      </p:sp>
      <p:sp>
        <p:nvSpPr>
          <p:cNvPr id="41" name="Text 32"/>
          <p:cNvSpPr/>
          <p:nvPr/>
        </p:nvSpPr>
        <p:spPr>
          <a:xfrm>
            <a:off x="8369503" y="4590288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datos concretos, ¿se guarda y se recupera lo que exige la historia?</a:t>
            </a:r>
            <a:endParaRPr lang="en-US" sz="1450" dirty="0"/>
          </a:p>
        </p:txBody>
      </p:sp>
      <p:sp>
        <p:nvSpPr>
          <p:cNvPr id="42" name="Shape 33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de una estación es el punto de partida de la siguiente.</a:t>
            </a:r>
            <a:endParaRPr lang="en-US" sz="1650" dirty="0"/>
          </a:p>
        </p:txBody>
      </p:sp>
      <p:sp>
        <p:nvSpPr>
          <p:cNvPr id="44" name="Shape 35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50" name="Shape 39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3" name="Shape 41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6" name="Shape 43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9" name="Shape 45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62" name="Text 47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 · 140 MINUTOS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sesión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76656" y="2788920"/>
            <a:ext cx="351815" cy="71323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5047" y="2788920"/>
            <a:ext cx="1905381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6759" y="1874520"/>
            <a:ext cx="19419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46759" y="2212848"/>
            <a:ext cx="19419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505674" y="2916936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0830" y="3022092"/>
            <a:ext cx="246888" cy="246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72602" y="2916936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7758" y="3022092"/>
            <a:ext cx="246888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007004" y="2788920"/>
            <a:ext cx="2293772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988716" y="1874520"/>
            <a:ext cx="2330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2988716" y="2212848"/>
            <a:ext cx="2330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Historias y pantallas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3641827" y="2916936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6983" y="3022092"/>
            <a:ext cx="246888" cy="2468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08755" y="2916936"/>
            <a:ext cx="457200" cy="45720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3911" y="3022092"/>
            <a:ext cx="246888" cy="24688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337353" y="2788920"/>
            <a:ext cx="740207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114136" y="2788920"/>
            <a:ext cx="2293772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095848" y="1874520"/>
            <a:ext cx="2330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6095848" y="2212848"/>
            <a:ext cx="2330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7032422" y="2916936"/>
            <a:ext cx="457200" cy="457200"/>
          </a:xfrm>
          <a:prstGeom prst="ellipse">
            <a:avLst/>
          </a:prstGeom>
          <a:solidFill>
            <a:srgbClr val="102A43"/>
          </a:solidFill>
          <a:ln w="19050">
            <a:solidFill>
              <a:srgbClr val="E6EEF7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37578" y="3022092"/>
            <a:ext cx="246888" cy="24688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444484" y="2788920"/>
            <a:ext cx="2293772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8426196" y="1874520"/>
            <a:ext cx="2330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8426196" y="2212848"/>
            <a:ext cx="2330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y prueba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9079306" y="2916936"/>
            <a:ext cx="457200" cy="457200"/>
          </a:xfrm>
          <a:prstGeom prst="ellipse">
            <a:avLst/>
          </a:prstGeom>
          <a:solidFill>
            <a:srgbClr val="102A43"/>
          </a:solidFill>
          <a:ln w="19050">
            <a:solidFill>
              <a:srgbClr val="E6EEF7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84462" y="3022092"/>
            <a:ext cx="246888" cy="24688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646234" y="2916936"/>
            <a:ext cx="457200" cy="45720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51390" y="3022092"/>
            <a:ext cx="246888" cy="24688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10774832" y="2788920"/>
            <a:ext cx="740207" cy="71323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78856" y="2212848"/>
            <a:ext cx="457200" cy="457200"/>
          </a:xfrm>
          <a:prstGeom prst="rect">
            <a:avLst/>
          </a:prstGeom>
        </p:spPr>
      </p:pic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06260" y="2999232"/>
            <a:ext cx="292608" cy="292608"/>
          </a:xfrm>
          <a:prstGeom prst="rect">
            <a:avLst/>
          </a:prstGeom>
        </p:spPr>
      </p:pic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962056" y="2962656"/>
            <a:ext cx="365760" cy="36576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58368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</a:t>
            </a:r>
            <a:endParaRPr lang="en-US" sz="1500" dirty="0"/>
          </a:p>
        </p:txBody>
      </p:sp>
      <p:sp>
        <p:nvSpPr>
          <p:cNvPr id="39" name="Text 26"/>
          <p:cNvSpPr/>
          <p:nvPr/>
        </p:nvSpPr>
        <p:spPr>
          <a:xfrm>
            <a:off x="658368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08:30</a:t>
            </a:r>
            <a:endParaRPr lang="en-US" sz="1300" dirty="0"/>
          </a:p>
        </p:txBody>
      </p:sp>
      <p:sp>
        <p:nvSpPr>
          <p:cNvPr id="40" name="Text 27"/>
          <p:cNvSpPr/>
          <p:nvPr/>
        </p:nvSpPr>
        <p:spPr>
          <a:xfrm>
            <a:off x="4884496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</a:t>
            </a:r>
            <a:endParaRPr lang="en-US" sz="1500" dirty="0"/>
          </a:p>
        </p:txBody>
      </p:sp>
      <p:sp>
        <p:nvSpPr>
          <p:cNvPr id="41" name="Text 28"/>
          <p:cNvSpPr/>
          <p:nvPr/>
        </p:nvSpPr>
        <p:spPr>
          <a:xfrm>
            <a:off x="4884496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09:30 a 09:40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9887407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500" dirty="0"/>
          </a:p>
        </p:txBody>
      </p:sp>
      <p:sp>
        <p:nvSpPr>
          <p:cNvPr id="43" name="Text 30"/>
          <p:cNvSpPr/>
          <p:nvPr/>
        </p:nvSpPr>
        <p:spPr>
          <a:xfrm>
            <a:off x="9887407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10:40 a 10:50</a:t>
            </a:r>
            <a:endParaRPr lang="en-US" sz="1300" dirty="0"/>
          </a:p>
        </p:txBody>
      </p:sp>
      <p:sp>
        <p:nvSpPr>
          <p:cNvPr id="44" name="Shape 31"/>
          <p:cNvSpPr/>
          <p:nvPr/>
        </p:nvSpPr>
        <p:spPr>
          <a:xfrm>
            <a:off x="658368" y="4526280"/>
            <a:ext cx="1087495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45" name="Text 32"/>
          <p:cNvSpPr/>
          <p:nvPr/>
        </p:nvSpPr>
        <p:spPr>
          <a:xfrm>
            <a:off x="932688" y="4846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BLOQUE</a:t>
            </a:r>
            <a:endParaRPr lang="en-US" sz="1200" dirty="0"/>
          </a:p>
        </p:txBody>
      </p:sp>
      <p:sp>
        <p:nvSpPr>
          <p:cNvPr id="46" name="Text 33"/>
          <p:cNvSpPr/>
          <p:nvPr/>
        </p:nvSpPr>
        <p:spPr>
          <a:xfrm>
            <a:off x="2761488" y="4754880"/>
            <a:ext cx="457200" cy="45720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47" name="Text 34"/>
          <p:cNvSpPr/>
          <p:nvPr/>
        </p:nvSpPr>
        <p:spPr>
          <a:xfrm>
            <a:off x="3355848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 breve</a:t>
            </a:r>
            <a:endParaRPr lang="en-US" sz="1700" dirty="0"/>
          </a:p>
        </p:txBody>
      </p:sp>
      <p:sp>
        <p:nvSpPr>
          <p:cNvPr id="48" name="Shape 35"/>
          <p:cNvSpPr/>
          <p:nvPr/>
        </p:nvSpPr>
        <p:spPr>
          <a:xfrm>
            <a:off x="5157216" y="4983480"/>
            <a:ext cx="411480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49" name="Text 36"/>
          <p:cNvSpPr/>
          <p:nvPr/>
        </p:nvSpPr>
        <p:spPr>
          <a:xfrm>
            <a:off x="5733288" y="4754880"/>
            <a:ext cx="457200" cy="45720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50" name="Text 37"/>
          <p:cNvSpPr/>
          <p:nvPr/>
        </p:nvSpPr>
        <p:spPr>
          <a:xfrm>
            <a:off x="6327648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en equipo</a:t>
            </a:r>
            <a:endParaRPr lang="en-US" sz="1700" dirty="0"/>
          </a:p>
        </p:txBody>
      </p:sp>
      <p:sp>
        <p:nvSpPr>
          <p:cNvPr id="51" name="Shape 38"/>
          <p:cNvSpPr/>
          <p:nvPr/>
        </p:nvSpPr>
        <p:spPr>
          <a:xfrm>
            <a:off x="8129016" y="4983480"/>
            <a:ext cx="411480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52" name="Text 39"/>
          <p:cNvSpPr/>
          <p:nvPr/>
        </p:nvSpPr>
        <p:spPr>
          <a:xfrm>
            <a:off x="8705088" y="4754880"/>
            <a:ext cx="457200" cy="45720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53" name="Text 40"/>
          <p:cNvSpPr/>
          <p:nvPr/>
        </p:nvSpPr>
        <p:spPr>
          <a:xfrm>
            <a:off x="9299448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</a:t>
            </a:r>
            <a:endParaRPr lang="en-US" sz="1700" dirty="0"/>
          </a:p>
        </p:txBody>
      </p:sp>
      <p:sp>
        <p:nvSpPr>
          <p:cNvPr id="54" name="Shape 41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57" name="Shape 43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60" name="Shape 45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63" name="Shape 47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66" name="Shape 49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67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69" name="Shape 51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71" name="Text 52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72" name="Text 53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 · EJEMPLO CONDUCTOR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caso: una ferretería ficticia de Osorno</a:t>
            </a:r>
            <a:endParaRPr lang="en-US" sz="3100" dirty="0"/>
          </a:p>
        </p:txBody>
      </p:sp>
      <p:pic>
        <p:nvPicPr>
          <p:cNvPr id="6" name="Image 1" descr="C:\Users\Diego Obando\dev\tpe401-taller-de-proyecto-de-especialidad\clases\semana-03\03\ppt\source\assets\mensajes-celular.jpg">    </p:cNvPr>
          <p:cNvPicPr>
            <a:picLocks noChangeAspect="1"/>
          </p:cNvPicPr>
          <p:nvPr/>
        </p:nvPicPr>
        <p:blipFill>
          <a:blip r:embed="rId3"/>
          <a:srcRect l="15059" r="15060" t="0" b="0"/>
          <a:stretch/>
        </p:blipFill>
        <p:spPr>
          <a:xfrm>
            <a:off x="658368" y="1645920"/>
            <a:ext cx="3401568" cy="3246120"/>
          </a:xfrm>
          <a:prstGeom prst="rect">
            <a:avLst/>
          </a:prstGeom>
        </p:spPr>
      </p:pic>
      <p:pic>
        <p:nvPicPr>
          <p:cNvPr id="7" name="Image 2" descr="C:\Users\Diego Obando\dev\tpe401-taller-de-proyecto-de-especialidad\clases\semana-03\03\ppt\source\assets\cuaderno.jpg">    </p:cNvPr>
          <p:cNvPicPr>
            <a:picLocks noChangeAspect="1"/>
          </p:cNvPicPr>
          <p:nvPr/>
        </p:nvPicPr>
        <p:blipFill>
          <a:blip r:embed="rId4"/>
          <a:srcRect l="0" r="0" t="18180" b="18180"/>
          <a:stretch/>
        </p:blipFill>
        <p:spPr>
          <a:xfrm>
            <a:off x="4395064" y="1645920"/>
            <a:ext cx="3401568" cy="32461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131759" y="1645920"/>
            <a:ext cx="3401568" cy="32461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406079" y="1965960"/>
            <a:ext cx="257860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588959" y="196596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¿Mi pedido ya está listo?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9283903" y="2971800"/>
            <a:ext cx="1097280" cy="10972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36278" y="3224174"/>
            <a:ext cx="592531" cy="59253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58368" y="4114800"/>
            <a:ext cx="3401568" cy="777240"/>
          </a:xfrm>
          <a:prstGeom prst="rect">
            <a:avLst/>
          </a:prstGeom>
          <a:solidFill>
            <a:srgbClr val="102A43">
              <a:alpha val="88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" y="4288536"/>
            <a:ext cx="420624" cy="420624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371600" y="411480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pedidos llegan por WhatsApp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4105656" y="3268980"/>
            <a:ext cx="243688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4395064" y="4114800"/>
            <a:ext cx="3401568" cy="777240"/>
          </a:xfrm>
          <a:prstGeom prst="rect">
            <a:avLst/>
          </a:prstGeom>
          <a:solidFill>
            <a:srgbClr val="102A43">
              <a:alpha val="88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559656" y="4288536"/>
            <a:ext cx="420624" cy="420624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108296" y="411480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anotan a mano en un cuaderno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7842352" y="3268980"/>
            <a:ext cx="243688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8131759" y="4114800"/>
            <a:ext cx="3401568" cy="777240"/>
          </a:xfrm>
          <a:prstGeom prst="rect">
            <a:avLst/>
          </a:prstGeom>
          <a:solidFill>
            <a:srgbClr val="102A43">
              <a:alpha val="88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296351" y="4288536"/>
            <a:ext cx="420624" cy="420624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844991" y="411480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Cuesta encontrar qué pidió y en qué estado está</a:t>
            </a:r>
            <a:endParaRPr lang="en-US" sz="15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368" y="5138928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5120640"/>
            <a:ext cx="103263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Quien atiende en el mesón necesita registrar los pedidos y encontrarlos después.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es inventado: muestra el procedimiento. Tu equipo lo aplica a su proyecto.</a:t>
            </a:r>
            <a:endParaRPr lang="en-US" sz="1650" dirty="0"/>
          </a:p>
        </p:txBody>
      </p:sp>
      <p:sp>
        <p:nvSpPr>
          <p:cNvPr id="28" name="Shape 21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6" name="Text 33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equipo.jpg">    </p:cNvPr>
          <p:cNvPicPr>
            <a:picLocks noChangeAspect="1"/>
          </p:cNvPicPr>
          <p:nvPr/>
        </p:nvPicPr>
        <p:blipFill>
          <a:blip r:embed="rId1"/>
          <a:srcRect l="0" r="0" t="1065" b="1065"/>
          <a:stretch/>
        </p:blipFill>
        <p:spPr>
          <a:xfrm>
            <a:off x="0" y="146304"/>
            <a:ext cx="12191695" cy="67116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solidFill>
            <a:srgbClr val="102A43">
              <a:alpha val="82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08:35 A 09:00 · 25 MINUTOS</a:t>
            </a:r>
            <a:endParaRPr lang="en-US" sz="1200" dirty="0"/>
          </a:p>
        </p:txBody>
      </p:sp>
      <p:pic>
        <p:nvPicPr>
          <p:cNvPr id="6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188720"/>
            <a:ext cx="1097280" cy="109728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658368" y="25146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Delimitar y precisar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requerimientos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658368" y="4206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hará la primera versión, y cómo escribirlo para poder comprobarlo.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812280" y="1280160"/>
            <a:ext cx="4718304" cy="1783080"/>
          </a:xfrm>
          <a:prstGeom prst="roundRect">
            <a:avLst>
              <a:gd name="adj" fmla="val 4103"/>
            </a:avLst>
          </a:prstGeom>
          <a:solidFill>
            <a:srgbClr val="102A43"/>
          </a:solidFill>
          <a:ln w="25400">
            <a:solidFill>
              <a:srgbClr val="D6202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0" y="1508760"/>
            <a:ext cx="658368" cy="65836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2305" y="1660185"/>
            <a:ext cx="355519" cy="3555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63840" y="15087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Necesidad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7040880" y="22585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necesita conseguir qué, y qué operación completa le da ese resultado?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812280" y="3291840"/>
            <a:ext cx="4718304" cy="1783080"/>
          </a:xfrm>
          <a:prstGeom prst="roundRect">
            <a:avLst>
              <a:gd name="adj" fmla="val 4103"/>
            </a:avLst>
          </a:prstGeom>
          <a:solidFill>
            <a:srgbClr val="102A43"/>
          </a:solidFill>
          <a:ln w="25400">
            <a:solidFill>
              <a:srgbClr val="E0BC5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040880" y="3520440"/>
            <a:ext cx="658368" cy="65836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2305" y="3671865"/>
            <a:ext cx="355519" cy="3555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63840" y="35204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Requerimientos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7040880" y="42702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actúa, qué ingresa, qué hace el sistema y qué resultado se puede observar? ¿Cómo se comprueba su calidad?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1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Necesidad y operación no son lo mismo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" y="164592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1572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Persona: quien atiende en el mesón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58368" y="2286000"/>
            <a:ext cx="48920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78408" y="2606040"/>
            <a:ext cx="960120" cy="9601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9236" y="2826868"/>
            <a:ext cx="518465" cy="5184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21408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121408" y="299923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la persona busca conseguir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78408" y="38862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 y encontrar la información del pedido.</a:t>
            </a:r>
            <a:endParaRPr lang="en-US" sz="2500" dirty="0"/>
          </a:p>
        </p:txBody>
      </p:sp>
      <p:sp>
        <p:nvSpPr>
          <p:cNvPr id="15" name="Shape 10"/>
          <p:cNvSpPr/>
          <p:nvPr/>
        </p:nvSpPr>
        <p:spPr>
          <a:xfrm>
            <a:off x="5733288" y="3886200"/>
            <a:ext cx="725119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6" name="Text 11"/>
          <p:cNvSpPr/>
          <p:nvPr/>
        </p:nvSpPr>
        <p:spPr>
          <a:xfrm>
            <a:off x="5550408" y="3474720"/>
            <a:ext cx="1090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logra con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641287" y="2286000"/>
            <a:ext cx="4892040" cy="3200400"/>
          </a:xfrm>
          <a:prstGeom prst="roundRect">
            <a:avLst>
              <a:gd name="adj" fmla="val 2286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961327" y="260604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82155" y="2826868"/>
            <a:ext cx="518465" cy="5184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04327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104327" y="29992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acción completa con el sistema, con un resultado útil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961327" y="38862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un pedido y recibir su número para consultarlo después.</a:t>
            </a:r>
            <a:endParaRPr lang="en-US" sz="2500" dirty="0"/>
          </a:p>
        </p:txBody>
      </p:sp>
      <p:sp>
        <p:nvSpPr>
          <p:cNvPr id="23" name="Shape 1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necesidad dice para qué. La operación dice qué se hace con el sistema.</a:t>
            </a:r>
            <a:endParaRPr lang="en-US" sz="1650" dirty="0"/>
          </a:p>
        </p:txBody>
      </p:sp>
      <p:sp>
        <p:nvSpPr>
          <p:cNvPr id="25" name="Shape 1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3" name="Text 3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1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entra en la primera versión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36192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alcance indica qué resolverá el sistema en esta versión y qué queda fuera.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58368" y="2103120"/>
            <a:ext cx="6995160" cy="3383280"/>
          </a:xfrm>
          <a:prstGeom prst="roundRect">
            <a:avLst>
              <a:gd name="adj" fmla="val 2162"/>
            </a:avLst>
          </a:prstGeom>
          <a:solidFill>
            <a:srgbClr val="E6EEF7"/>
          </a:solidFill>
          <a:ln w="20320">
            <a:solidFill>
              <a:srgbClr val="102A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32688" y="2670048"/>
            <a:ext cx="6446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3302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" y="2761488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479" y="2879263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670048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un pedido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413248" y="2825496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diseña hoy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32688" y="3493008"/>
            <a:ext cx="6446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60704" y="3584448"/>
            <a:ext cx="512064" cy="5120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8479" y="3702223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493008"/>
            <a:ext cx="5532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un pedido por su número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932688" y="4315968"/>
            <a:ext cx="6446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60704" y="4407408"/>
            <a:ext cx="512064" cy="5120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8479" y="4525183"/>
            <a:ext cx="276515" cy="2765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37360" y="4315968"/>
            <a:ext cx="5532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 un pedido como listo para retiro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932688" y="5120640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«Listo para retiro»: todos los productos del pedido ya están preparados.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973568" y="2103120"/>
            <a:ext cx="3559759" cy="3383280"/>
          </a:xfrm>
          <a:prstGeom prst="roundRect">
            <a:avLst>
              <a:gd name="adj" fmla="val 2162"/>
            </a:avLst>
          </a:prstGeom>
          <a:solidFill>
            <a:srgbClr val="F8F3EC"/>
          </a:solidFill>
          <a:ln w="20320">
            <a:solidFill>
              <a:srgbClr val="D62027"/>
            </a:solidFill>
            <a:prstDash val="dash"/>
          </a:ln>
        </p:spPr>
      </p:sp>
      <p:sp>
        <p:nvSpPr>
          <p:cNvPr id="24" name="Text 18"/>
          <p:cNvSpPr/>
          <p:nvPr/>
        </p:nvSpPr>
        <p:spPr>
          <a:xfrm>
            <a:off x="8247888" y="2304288"/>
            <a:ext cx="30111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FUERA DE ESTA VERSIÓN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247888" y="2788920"/>
            <a:ext cx="603504" cy="603504"/>
          </a:xfrm>
          <a:prstGeom prst="ellipse">
            <a:avLst/>
          </a:prstGeom>
          <a:solidFill>
            <a:srgbClr val="EADFD0"/>
          </a:solidFill>
          <a:ln w="12700">
            <a:solidFill>
              <a:srgbClr val="EADFD0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6694" y="2927726"/>
            <a:ext cx="325892" cy="3258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247888" y="2788920"/>
            <a:ext cx="603504" cy="603504"/>
          </a:xfrm>
          <a:prstGeom prst="line">
            <a:avLst/>
          </a:prstGeom>
          <a:noFill/>
          <a:ln w="33020">
            <a:solidFill>
              <a:srgbClr val="D62027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9025128" y="2788920"/>
            <a:ext cx="2325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Cobrar dentro del sistema</a:t>
            </a:r>
            <a:endParaRPr lang="en-US" sz="1650" dirty="0"/>
          </a:p>
        </p:txBody>
      </p:sp>
      <p:sp>
        <p:nvSpPr>
          <p:cNvPr id="29" name="Shape 22"/>
          <p:cNvSpPr/>
          <p:nvPr/>
        </p:nvSpPr>
        <p:spPr>
          <a:xfrm>
            <a:off x="8247888" y="3685032"/>
            <a:ext cx="603504" cy="603504"/>
          </a:xfrm>
          <a:prstGeom prst="ellipse">
            <a:avLst/>
          </a:prstGeom>
          <a:solidFill>
            <a:srgbClr val="EADFD0"/>
          </a:solidFill>
          <a:ln w="12700">
            <a:solidFill>
              <a:srgbClr val="EADFD0">
                <a:alpha val="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6694" y="3823838"/>
            <a:ext cx="325892" cy="32589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247888" y="3685032"/>
            <a:ext cx="603504" cy="603504"/>
          </a:xfrm>
          <a:prstGeom prst="line">
            <a:avLst/>
          </a:prstGeom>
          <a:noFill/>
          <a:ln w="33020">
            <a:solidFill>
              <a:srgbClr val="D62027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025128" y="3685032"/>
            <a:ext cx="2325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Planificar repartos</a:t>
            </a:r>
            <a:endParaRPr lang="en-US" sz="1650" dirty="0"/>
          </a:p>
        </p:txBody>
      </p:sp>
      <p:sp>
        <p:nvSpPr>
          <p:cNvPr id="33" name="Shape 25"/>
          <p:cNvSpPr/>
          <p:nvPr/>
        </p:nvSpPr>
        <p:spPr>
          <a:xfrm>
            <a:off x="8247888" y="4581144"/>
            <a:ext cx="603504" cy="603504"/>
          </a:xfrm>
          <a:prstGeom prst="ellipse">
            <a:avLst/>
          </a:prstGeom>
          <a:solidFill>
            <a:srgbClr val="EADFD0"/>
          </a:solidFill>
          <a:ln w="12700">
            <a:solidFill>
              <a:srgbClr val="EADFD0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86694" y="4719950"/>
            <a:ext cx="325892" cy="32589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8247888" y="4581144"/>
            <a:ext cx="603504" cy="603504"/>
          </a:xfrm>
          <a:prstGeom prst="line">
            <a:avLst/>
          </a:prstGeom>
          <a:noFill/>
          <a:ln w="33020">
            <a:solidFill>
              <a:srgbClr val="D62027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9025128" y="4581144"/>
            <a:ext cx="2325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 automáticos</a:t>
            </a:r>
            <a:endParaRPr lang="en-US" sz="1650" dirty="0"/>
          </a:p>
        </p:txBody>
      </p:sp>
      <p:sp>
        <p:nvSpPr>
          <p:cNvPr id="37" name="Shape 2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tres funciones están dentro. El taller sigue solo el registro, hasta sus datos.</a:t>
            </a:r>
            <a:endParaRPr lang="en-US" sz="1650" dirty="0"/>
          </a:p>
        </p:txBody>
      </p:sp>
      <p:sp>
        <p:nvSpPr>
          <p:cNvPr id="39" name="Shape 3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5" name="Shape 3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8" name="Shape 3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1" name="Shape 3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4" name="Shape 4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7" name="Text 4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1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decisión lleva su sello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360000">
            <a:off x="1069848" y="20116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44450">
            <a:solidFill>
              <a:srgbClr val="3FAE6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CONFIRMADO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32688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del caso o acuerdo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32688" y="37490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anota la fuente y lo que efectivamente indica.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81348" y="16002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-360000">
            <a:off x="4792828" y="20116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44450">
            <a:solidFill>
              <a:srgbClr val="284B7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655668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del equipo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655668" y="37490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presenta para discutir. Todavía no es del referente.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4327" y="16002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 rot="-360000">
            <a:off x="8515807" y="20116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44450">
            <a:solidFill>
              <a:srgbClr val="E0BC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SUPUESTO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378647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provisional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378647" y="37490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adopta para avanzar y falta confirmarla.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58368" y="5212080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Referente: la persona de la organización que representa el caso. Una nota de reunión no aprueba todas las ideas mencionadas.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diseñar, cada decisión queda marcada con uno de estos tres sellos.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1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supuesto no es una exclusión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00200"/>
            <a:ext cx="5029200" cy="1280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87168" y="1965960"/>
            <a:ext cx="1371600" cy="13716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2636" y="2281428"/>
            <a:ext cx="740664" cy="7406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Supuesto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932688" y="39959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adopta para avanzar.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32688" y="4389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cambiar cuando llega más información.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504127" y="160020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4127" y="1600200"/>
            <a:ext cx="5029200" cy="1280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2927" y="1965960"/>
            <a:ext cx="1371600" cy="13716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8395" y="2281428"/>
            <a:ext cx="740664" cy="7406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4127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Exclusión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778447" y="39959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decidió dejarlo fuera.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6778447" y="4389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reabre, aunque otro sistema parecido lo tenga.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7144207" y="4983480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1367" y="50292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7127" y="4983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cobrar dentro del sistema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87568" y="2880360"/>
            <a:ext cx="816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6000" dirty="0"/>
          </a:p>
        </p:txBody>
      </p:sp>
      <p:sp>
        <p:nvSpPr>
          <p:cNvPr id="24" name="Shape 1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supuesto se puede borrar y corregir. La exclusión queda cerrada.</a:t>
            </a:r>
            <a:endParaRPr lang="en-US" sz="1650" dirty="0"/>
          </a:p>
        </p:txBody>
      </p:sp>
      <p:sp>
        <p:nvSpPr>
          <p:cNvPr id="26" name="Shape 2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4" name="Text 3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un requerimiento funcional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72768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Requerimiento: </a:t>
            </a:r>
            <a:r>
              <a:rPr lang="en-US" sz="2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capacidad o condición que el sistema debe cumplir.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205740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Funcional: </a:t>
            </a:r>
            <a:r>
              <a:rPr lang="en-US" sz="2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una acción del sistema.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58368" y="278892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38428" y="3108960"/>
            <a:ext cx="1051560" cy="10515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0287" y="3350819"/>
            <a:ext cx="567842" cy="567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2874188" y="278892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54248" y="3108960"/>
            <a:ext cx="1051560" cy="10515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107" y="3350819"/>
            <a:ext cx="567842" cy="567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74188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Consultar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090008" y="278892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570068" y="3108960"/>
            <a:ext cx="1051560" cy="10515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1926" y="3350819"/>
            <a:ext cx="567842" cy="567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90008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Modificar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7305827" y="278892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85887" y="3108960"/>
            <a:ext cx="1051560" cy="10515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27746" y="3350819"/>
            <a:ext cx="567842" cy="5678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05827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Calcular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9521647" y="278892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0001707" y="3108960"/>
            <a:ext cx="1051560" cy="10515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43566" y="3350819"/>
            <a:ext cx="567842" cy="56784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521647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Impedir</a:t>
            </a:r>
            <a:endParaRPr lang="en-US" sz="2200" dirty="0"/>
          </a:p>
        </p:txBody>
      </p:sp>
      <p:sp>
        <p:nvSpPr>
          <p:cNvPr id="28" name="Text 20"/>
          <p:cNvSpPr/>
          <p:nvPr/>
        </p:nvSpPr>
        <p:spPr>
          <a:xfrm>
            <a:off x="9658807" y="4800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se cumplen las condiciones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Impedir también es una función: el sistema rechaza lo que no cumple.</a:t>
            </a:r>
            <a:endParaRPr lang="en-US" sz="1650" dirty="0"/>
          </a:p>
        </p:txBody>
      </p:sp>
      <p:sp>
        <p:nvSpPr>
          <p:cNvPr id="31" name="Shape 23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9" name="Text 35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«Gestionar pedidos» no dice qué hacer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3950208" y="2395728"/>
            <a:ext cx="42520" cy="484632"/>
          </a:xfrm>
          <a:prstGeom prst="line">
            <a:avLst/>
          </a:prstGeom>
          <a:noFill/>
          <a:ln w="17780">
            <a:solidFill>
              <a:srgbClr val="D62027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 flipH="1">
            <a:off x="8198968" y="2395728"/>
            <a:ext cx="42520" cy="484632"/>
          </a:xfrm>
          <a:prstGeom prst="line">
            <a:avLst/>
          </a:prstGeom>
          <a:noFill/>
          <a:ln w="17780">
            <a:solidFill>
              <a:srgbClr val="D62027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 flipV="1">
            <a:off x="3950208" y="4343400"/>
            <a:ext cx="42520" cy="274320"/>
          </a:xfrm>
          <a:prstGeom prst="line">
            <a:avLst/>
          </a:prstGeom>
          <a:noFill/>
          <a:ln w="17780">
            <a:solidFill>
              <a:srgbClr val="D62027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8198968" y="4343400"/>
            <a:ext cx="42520" cy="274320"/>
          </a:xfrm>
          <a:prstGeom prst="line">
            <a:avLst/>
          </a:prstGeom>
          <a:noFill/>
          <a:ln w="17780">
            <a:solidFill>
              <a:srgbClr val="D62027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3535528" y="288036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8E4E5"/>
          </a:solidFill>
          <a:ln w="2540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«Gestionar pedidos»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749808" y="169164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1801368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2248" y="1914936"/>
            <a:ext cx="266639" cy="2666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16916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lo hace?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8241487" y="169164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60359" y="1801368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3928" y="1914936"/>
            <a:ext cx="266639" cy="2666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3007" y="16916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 qué datos?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49808" y="461772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727448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2248" y="4841016"/>
            <a:ext cx="266639" cy="2666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46177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 el sistema?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8241487" y="461772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360359" y="4727448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3928" y="4841016"/>
            <a:ext cx="266639" cy="26663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73007" y="46177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resultado se ve?</a:t>
            </a:r>
            <a:endParaRPr lang="en-US" sz="1750" dirty="0"/>
          </a:p>
        </p:txBody>
      </p:sp>
      <p:sp>
        <p:nvSpPr>
          <p:cNvPr id="27" name="Shape 20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frase amplia deja abiertas muchas acciones. Hay que responder las cuatro preguntas.</a:t>
            </a:r>
            <a:endParaRPr lang="en-US" sz="1650" dirty="0"/>
          </a:p>
        </p:txBody>
      </p:sp>
      <p:sp>
        <p:nvSpPr>
          <p:cNvPr id="29" name="Shape 22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7" name="Text 34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requerimiento preciso, por partes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10874959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1737360"/>
            <a:ext cx="1014343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debe permitir a </a:t>
            </a:r>
            <a:r>
              <a:rPr lang="en-US" sz="2400" b="1" dirty="0">
                <a:solidFill>
                  <a:srgbClr val="102A43"/>
                </a:solidFill>
                <a:highlight>
                  <a:srgbClr val="F8E4E5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la persona del mesón</a:t>
            </a:r>
            <a:r>
              <a:rPr lang="en-US" sz="2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registrar un pedido con </a:t>
            </a:r>
            <a:r>
              <a:rPr lang="en-US" sz="2400" b="1" dirty="0">
                <a:solidFill>
                  <a:srgbClr val="102A43"/>
                </a:solidFill>
                <a:highlight>
                  <a:srgbClr val="E6EEF7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el cliente, los productos y sus cantidades</a:t>
            </a:r>
            <a:r>
              <a:rPr lang="en-US" sz="2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Al guardarlo, debe </a:t>
            </a:r>
            <a:r>
              <a:rPr lang="en-US" sz="2400" b="1" dirty="0">
                <a:solidFill>
                  <a:srgbClr val="102A43"/>
                </a:solidFill>
                <a:highlight>
                  <a:srgbClr val="FBF3DE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asignarle un número único</a:t>
            </a:r>
            <a:r>
              <a:rPr lang="en-US" sz="2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400" b="1" dirty="0">
                <a:solidFill>
                  <a:srgbClr val="102A43"/>
                </a:solidFill>
                <a:highlight>
                  <a:srgbClr val="E9F6EE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mostrarlo y permitir recuperar la información registrada</a:t>
            </a:r>
            <a:r>
              <a:rPr lang="en-US" sz="2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mediante ese número.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4160520"/>
            <a:ext cx="2581580" cy="1280160"/>
          </a:xfrm>
          <a:prstGeom prst="roundRect">
            <a:avLst>
              <a:gd name="adj" fmla="val 5714"/>
            </a:avLst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968" y="4434840"/>
            <a:ext cx="731520" cy="7315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218" y="460309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01368" y="4343400"/>
            <a:ext cx="1301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Quién actúa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422828" y="4160520"/>
            <a:ext cx="2581580" cy="128016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1428" y="4434840"/>
            <a:ext cx="731520" cy="73152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9677" y="460309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65828" y="4343400"/>
            <a:ext cx="1301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Qué ingresa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187288" y="4160520"/>
            <a:ext cx="2581580" cy="1280160"/>
          </a:xfrm>
          <a:prstGeom prst="roundRect">
            <a:avLst>
              <a:gd name="adj" fmla="val 5714"/>
            </a:avLst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4434840"/>
            <a:ext cx="731520" cy="7315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4137" y="460309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30288" y="4343400"/>
            <a:ext cx="1301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Qué hace el sistema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8951747" y="4160520"/>
            <a:ext cx="2581580" cy="1280160"/>
          </a:xfrm>
          <a:prstGeom prst="roundRect">
            <a:avLst>
              <a:gd name="adj" fmla="val 5714"/>
            </a:avLst>
          </a:prstGeom>
          <a:solidFill>
            <a:srgbClr val="E9F6EE"/>
          </a:solidFill>
          <a:ln w="12700">
            <a:solidFill>
              <a:srgbClr val="E9F6EE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80347" y="4434840"/>
            <a:ext cx="731520" cy="73152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48597" y="4603090"/>
            <a:ext cx="395021" cy="3950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94747" y="4343400"/>
            <a:ext cx="1301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Qué resultado se ve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único: dos pedidos distintos no comparten el mismo identificador.</a:t>
            </a:r>
            <a:endParaRPr lang="en-US" sz="1650" dirty="0"/>
          </a:p>
        </p:txBody>
      </p:sp>
      <p:sp>
        <p:nvSpPr>
          <p:cNvPr id="26" name="Shape 1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4" name="Text 3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plantilla sirve para cualquier función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45920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45920"/>
            <a:ext cx="2514600" cy="141732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04188" y="1828800"/>
            <a:ext cx="822960" cy="8229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3469" y="2018081"/>
            <a:ext cx="444398" cy="4443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651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Quién actúa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86968" y="3291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PROYECTO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86968" y="3794760"/>
            <a:ext cx="2057400" cy="0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86968" y="40233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FERRETERÍA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86968" y="43159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del mesón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3200400" y="2240280"/>
            <a:ext cx="217322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445154" y="1645920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445154" y="1645920"/>
            <a:ext cx="2514600" cy="141732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90974" y="1828800"/>
            <a:ext cx="822960" cy="82296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255" y="2018081"/>
            <a:ext cx="444398" cy="44439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36594" y="2651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Qué ingresa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3673754" y="3291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PROYECTO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673754" y="3794760"/>
            <a:ext cx="2057400" cy="0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73754" y="40233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FERRETERÍA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673754" y="43159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Cliente, productos y cantidad de cada uno</a:t>
            </a:r>
            <a:endParaRPr lang="en-US" sz="1550" dirty="0"/>
          </a:p>
        </p:txBody>
      </p:sp>
      <p:sp>
        <p:nvSpPr>
          <p:cNvPr id="25" name="Shape 20"/>
          <p:cNvSpPr/>
          <p:nvPr/>
        </p:nvSpPr>
        <p:spPr>
          <a:xfrm>
            <a:off x="5987186" y="2240280"/>
            <a:ext cx="217322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231941" y="1645920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31941" y="1645920"/>
            <a:ext cx="2514600" cy="1417320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077761" y="1828800"/>
            <a:ext cx="822960" cy="8229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7042" y="2018081"/>
            <a:ext cx="444398" cy="44439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23381" y="2651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Qué hace el sistema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6460541" y="3291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PROYECTO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460541" y="3794760"/>
            <a:ext cx="2057400" cy="0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460541" y="40233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FERRETERÍA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460541" y="43159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los datos, guarda el pedido y le asigna un número</a:t>
            </a:r>
            <a:endParaRPr lang="en-US" sz="1550" dirty="0"/>
          </a:p>
        </p:txBody>
      </p:sp>
      <p:sp>
        <p:nvSpPr>
          <p:cNvPr id="35" name="Shape 29"/>
          <p:cNvSpPr/>
          <p:nvPr/>
        </p:nvSpPr>
        <p:spPr>
          <a:xfrm>
            <a:off x="8773973" y="2240280"/>
            <a:ext cx="217322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018727" y="1645920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018727" y="1645920"/>
            <a:ext cx="2514600" cy="1417320"/>
          </a:xfrm>
          <a:prstGeom prst="rect">
            <a:avLst/>
          </a:prstGeom>
          <a:solidFill>
            <a:srgbClr val="E9F6EE"/>
          </a:solidFill>
          <a:ln w="12700">
            <a:solidFill>
              <a:srgbClr val="E9F6EE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864547" y="1828800"/>
            <a:ext cx="822960" cy="8229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3828" y="2018081"/>
            <a:ext cx="444398" cy="44439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110167" y="2651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Qué resultado se ve</a:t>
            </a:r>
            <a:endParaRPr lang="en-US" sz="1550" dirty="0"/>
          </a:p>
        </p:txBody>
      </p:sp>
      <p:sp>
        <p:nvSpPr>
          <p:cNvPr id="41" name="Text 34"/>
          <p:cNvSpPr/>
          <p:nvPr/>
        </p:nvSpPr>
        <p:spPr>
          <a:xfrm>
            <a:off x="9247327" y="3291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PROYECTO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9247327" y="3794760"/>
            <a:ext cx="2057400" cy="0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9247327" y="40233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FERRETERÍA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9247327" y="43159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el número y permite recuperar el pedido</a:t>
            </a:r>
            <a:endParaRPr lang="en-US" sz="1550" dirty="0"/>
          </a:p>
        </p:txBody>
      </p:sp>
      <p:sp>
        <p:nvSpPr>
          <p:cNvPr id="45" name="Shape 3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preguntas, siempre en este orden. La ferretería es solo un ejemplo resuelto.</a:t>
            </a:r>
            <a:endParaRPr lang="en-US" sz="1650" dirty="0"/>
          </a:p>
        </p:txBody>
      </p:sp>
      <p:sp>
        <p:nvSpPr>
          <p:cNvPr id="47" name="Shape 4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6" name="Shape 4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9" name="Shape 4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62" name="Shape 5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65" name="Text 5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mensaje de éxito no basta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8408" y="18288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UN AVISO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161288" y="242316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E9F6EE"/>
          </a:solidFill>
          <a:ln w="15240">
            <a:solidFill>
              <a:srgbClr val="3FAE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44168" y="2587752"/>
            <a:ext cx="585216" cy="58521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8768" y="2722352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688" y="2423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guardado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2647188" y="3657600"/>
            <a:ext cx="1097280" cy="109728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932688" y="48463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¿Quedaron conservados los datos?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458407" y="1600200"/>
            <a:ext cx="5074920" cy="3886200"/>
          </a:xfrm>
          <a:prstGeom prst="rect">
            <a:avLst/>
          </a:prstGeom>
          <a:solidFill>
            <a:srgbClr val="FFFFFF"/>
          </a:solidFill>
          <a:ln w="27940">
            <a:solidFill>
              <a:srgbClr val="102A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78447" y="18288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 SÍ LO COMPRUEBA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778447" y="2240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pedido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778447" y="2651760"/>
            <a:ext cx="310896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15607" y="2651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de pedido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0024567" y="2651760"/>
            <a:ext cx="1188720" cy="502920"/>
          </a:xfrm>
          <a:prstGeom prst="rect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824167" y="3520440"/>
            <a:ext cx="402336" cy="40233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6704" y="3612977"/>
            <a:ext cx="217261" cy="2172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72807" y="3474720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registrado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824167" y="4087368"/>
            <a:ext cx="402336" cy="40233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6704" y="4179905"/>
            <a:ext cx="217261" cy="2172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72807" y="4041648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productos registrados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824167" y="4654296"/>
            <a:ext cx="402336" cy="40233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6704" y="4746833"/>
            <a:ext cx="217261" cy="21726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72807" y="460857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cantidades registradas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comprueba consultando el número: deben aparecer los datos que se registraron.</a:t>
            </a:r>
            <a:endParaRPr lang="en-US" sz="1650" dirty="0"/>
          </a:p>
        </p:txBody>
      </p:sp>
      <p:sp>
        <p:nvSpPr>
          <p:cNvPr id="31" name="Shape 2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0" name="Shape 3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9" name="Text 3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regla de negocio a validación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5029200" cy="388620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8408" y="4480560"/>
            <a:ext cx="4389120" cy="0"/>
          </a:xfrm>
          <a:prstGeom prst="line">
            <a:avLst/>
          </a:prstGeom>
          <a:noFill/>
          <a:ln w="15240">
            <a:solidFill>
              <a:srgbClr val="EADF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4809744"/>
            <a:ext cx="4389120" cy="0"/>
          </a:xfrm>
          <a:prstGeom prst="line">
            <a:avLst/>
          </a:prstGeom>
          <a:noFill/>
          <a:ln w="15240">
            <a:solidFill>
              <a:srgbClr val="EADF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78408" y="5138928"/>
            <a:ext cx="4389120" cy="0"/>
          </a:xfrm>
          <a:prstGeom prst="line">
            <a:avLst/>
          </a:prstGeom>
          <a:noFill/>
          <a:ln w="15240">
            <a:solidFill>
              <a:srgbClr val="EADF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1874520"/>
            <a:ext cx="658368" cy="65836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4113" y="2025945"/>
            <a:ext cx="355519" cy="3555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1892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NEGOCIO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755648" y="2167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 válido en la operación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978408" y="27889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pedido debe incluir al menos un producto y cada cantidad debe ser mayor que cero.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5824728" y="3543300"/>
            <a:ext cx="542239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504127" y="160020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78447" y="1874520"/>
            <a:ext cx="658368" cy="65836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9872" y="2025945"/>
            <a:ext cx="355519" cy="3555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01407" y="1892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601407" y="2167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comprueba los datos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869887" y="2788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869887" y="3081528"/>
            <a:ext cx="1554480" cy="530352"/>
          </a:xfrm>
          <a:prstGeom prst="rect">
            <a:avLst/>
          </a:prstGeom>
          <a:solidFill>
            <a:srgbClr val="F8E4E5"/>
          </a:solidFill>
          <a:ln w="25400">
            <a:solidFill>
              <a:srgbClr val="D6202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052767" y="30815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9887" y="374904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08799" y="37216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 una cantidad mayor que cero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6869887" y="4251960"/>
            <a:ext cx="429768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869887" y="4389120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66631" y="4485864"/>
            <a:ext cx="227137" cy="22713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18527" y="43891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guarda el pedido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6869887" y="4892040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66631" y="4988784"/>
            <a:ext cx="227137" cy="22713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18527" y="48920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indica qué corregir</a:t>
            </a:r>
            <a:endParaRPr lang="en-US" sz="1700" dirty="0"/>
          </a:p>
        </p:txBody>
      </p:sp>
      <p:sp>
        <p:nvSpPr>
          <p:cNvPr id="33" name="Shape 25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es comprobar los datos. La regla dice qué es válido; la validación lo aplica.</a:t>
            </a:r>
            <a:endParaRPr lang="en-US" sz="1650" dirty="0"/>
          </a:p>
        </p:txBody>
      </p:sp>
      <p:sp>
        <p:nvSpPr>
          <p:cNvPr id="35" name="Shape 2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7" name="Shape 3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0" name="Shape 3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3" name="Text 3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un requerimiento no funcional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54480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condición de calidad o una restricción de la solución.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2331720"/>
            <a:ext cx="3840480" cy="1097280"/>
          </a:xfrm>
          <a:prstGeom prst="wedgeRoundRectCallout">
            <a:avLst/>
          </a:prstGeom>
          <a:solidFill>
            <a:srgbClr val="F8E4E5"/>
          </a:solidFill>
          <a:ln w="1524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«Que sea fácil»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58368" y="3794760"/>
            <a:ext cx="3840480" cy="1097280"/>
          </a:xfrm>
          <a:prstGeom prst="wedgeRoundRectCallout">
            <a:avLst/>
          </a:prstGeom>
          <a:solidFill>
            <a:srgbClr val="F8E4E5"/>
          </a:solidFill>
          <a:ln w="1524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«Que sea rápido»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4727448" y="3520440"/>
            <a:ext cx="822960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5779008" y="2240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medirlos faltan tres datos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779008" y="2743200"/>
            <a:ext cx="731520" cy="7315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7258" y="29114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93408" y="2743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Cuánto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93408" y="3127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límite medible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5779008" y="3675888"/>
            <a:ext cx="731520" cy="7315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7258" y="384413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3675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mide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93408" y="40599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qué momento y hasta cuál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5779008" y="4608576"/>
            <a:ext cx="731520" cy="7315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7258" y="4776826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93408" y="46085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qué condiciones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693408" y="49926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qué datos, equipo y conexión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«Fácil» y «rápido» son deseos. Se vuelven requerimientos cuando se pueden medir.</a:t>
            </a:r>
            <a:endParaRPr lang="en-US" sz="1650" dirty="0"/>
          </a:p>
        </p:txBody>
      </p:sp>
      <p:sp>
        <p:nvSpPr>
          <p:cNvPr id="25" name="Shape 1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3" name="Text 3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comprobable: uso desde celular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1115568" y="1572768"/>
            <a:ext cx="2377440" cy="3611880"/>
          </a:xfrm>
          <a:prstGeom prst="roundRect">
            <a:avLst>
              <a:gd name="adj" fmla="val 8462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84248" y="1682496"/>
            <a:ext cx="640080" cy="91440"/>
          </a:xfrm>
          <a:prstGeom prst="roundRect">
            <a:avLst>
              <a:gd name="adj" fmla="val 80000"/>
            </a:avLst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4440" y="1865376"/>
            <a:ext cx="2139696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89888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pedido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89888" y="2377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389888" y="2578608"/>
            <a:ext cx="1828800" cy="29260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9888" y="2944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389888" y="3145536"/>
            <a:ext cx="1828800" cy="29260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9888" y="3511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389888" y="3712464"/>
            <a:ext cx="1828800" cy="29260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89888" y="4133088"/>
            <a:ext cx="1828800" cy="347472"/>
          </a:xfrm>
          <a:prstGeom prst="rect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34440" y="5321808"/>
            <a:ext cx="2139696" cy="0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headEnd type="triangl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841248" y="5385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360 píxeles de ancho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224528" y="1691640"/>
            <a:ext cx="786384" cy="78638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5396" y="1872508"/>
            <a:ext cx="424647" cy="42464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30368" y="1673352"/>
            <a:ext cx="6302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 INICIAL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230368" y="1965960"/>
            <a:ext cx="6302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Poder registrar desde celular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7720" y="2514600"/>
            <a:ext cx="0" cy="438912"/>
          </a:xfrm>
          <a:prstGeom prst="line">
            <a:avLst/>
          </a:prstGeom>
          <a:noFill/>
          <a:ln w="25400">
            <a:solidFill>
              <a:srgbClr val="D8CFC4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4224528" y="2990088"/>
            <a:ext cx="786384" cy="7863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5396" y="3170956"/>
            <a:ext cx="424647" cy="42464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30368" y="2971800"/>
            <a:ext cx="6302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VERIFICABLE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230368" y="3264408"/>
            <a:ext cx="6302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el formulario usable a 360 píxeles, sin desplazarse hacia los lados</a:t>
            </a:r>
            <a:endParaRPr lang="en-US" sz="1900" dirty="0"/>
          </a:p>
        </p:txBody>
      </p:sp>
      <p:sp>
        <p:nvSpPr>
          <p:cNvPr id="28" name="Shape 23"/>
          <p:cNvSpPr/>
          <p:nvPr/>
        </p:nvSpPr>
        <p:spPr>
          <a:xfrm>
            <a:off x="4617720" y="3813048"/>
            <a:ext cx="0" cy="438912"/>
          </a:xfrm>
          <a:prstGeom prst="line">
            <a:avLst/>
          </a:prstGeom>
          <a:noFill/>
          <a:ln w="25400">
            <a:solidFill>
              <a:srgbClr val="D8CFC4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4224528" y="4288536"/>
            <a:ext cx="786384" cy="7863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05396" y="4469404"/>
            <a:ext cx="424647" cy="42464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30368" y="4270248"/>
            <a:ext cx="6302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COMPRUEBA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230368" y="4562856"/>
            <a:ext cx="6302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móvil del navegador a ese ancho; recorrer el formulario completo</a:t>
            </a:r>
            <a:endParaRPr lang="en-US" sz="1700" dirty="0"/>
          </a:p>
        </p:txBody>
      </p:sp>
      <p:sp>
        <p:nvSpPr>
          <p:cNvPr id="33" name="Shape 2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Desplazamiento horizontal: tener que mover la pantalla hacia los lados. 360 es un valor del ejemplo.</a:t>
            </a:r>
            <a:endParaRPr lang="en-US" sz="1650" dirty="0"/>
          </a:p>
        </p:txBody>
      </p:sp>
      <p:sp>
        <p:nvSpPr>
          <p:cNvPr id="35" name="Shape 2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0" name="Shape 3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3" name="Text 4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comprobable: rapidez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36192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por número debe mostrar el resultado en un máximo de 2 segundos.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58368" y="219456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2688" y="2468880"/>
            <a:ext cx="640080" cy="6400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906" y="2616098"/>
            <a:ext cx="345643" cy="3456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2304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s</a:t>
            </a:r>
            <a:endParaRPr lang="en-US" sz="5000" dirty="0"/>
          </a:p>
        </p:txBody>
      </p:sp>
      <p:sp>
        <p:nvSpPr>
          <p:cNvPr id="11" name="Text 7"/>
          <p:cNvSpPr/>
          <p:nvPr/>
        </p:nvSpPr>
        <p:spPr>
          <a:xfrm>
            <a:off x="932688" y="3429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de respuesta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32688" y="38587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pulsar Buscar hasta ver el resultado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404208" y="219456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78528" y="2468880"/>
            <a:ext cx="640080" cy="6400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5746" y="2616098"/>
            <a:ext cx="345643" cy="3456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55768" y="2304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</a:t>
            </a:r>
            <a:endParaRPr lang="en-US" sz="5000" dirty="0"/>
          </a:p>
        </p:txBody>
      </p:sp>
      <p:sp>
        <p:nvSpPr>
          <p:cNvPr id="17" name="Text 12"/>
          <p:cNvSpPr/>
          <p:nvPr/>
        </p:nvSpPr>
        <p:spPr>
          <a:xfrm>
            <a:off x="4678528" y="3429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guardados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78528" y="38587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 prueba preparados antes de medir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150047" y="219456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24367" y="2468880"/>
            <a:ext cx="640080" cy="64008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586" y="2616098"/>
            <a:ext cx="345643" cy="3456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1607" y="2304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5000" dirty="0"/>
          </a:p>
        </p:txBody>
      </p:sp>
      <p:sp>
        <p:nvSpPr>
          <p:cNvPr id="23" name="Text 17"/>
          <p:cNvSpPr/>
          <p:nvPr/>
        </p:nvSpPr>
        <p:spPr>
          <a:xfrm>
            <a:off x="8424367" y="3429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a la vez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424367" y="38587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una persona consulta mientras se mide</a:t>
            </a:r>
            <a:endParaRPr lang="en-US" sz="16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8368" y="5120640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5568" y="5084064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cada prueba se anotan el equipo, el navegador y la conexión usados.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valores ilustrativos: cada equipo propone los del uso esperado de su sistema.</a:t>
            </a:r>
            <a:endParaRPr lang="en-US" sz="1650" dirty="0"/>
          </a:p>
        </p:txBody>
      </p:sp>
      <p:sp>
        <p:nvSpPr>
          <p:cNvPr id="29" name="Shape 22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7" name="Text 34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ESTACIÓN 2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también cambia el diseño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73736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" y="2057400"/>
            <a:ext cx="822960" cy="8229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69" y="2246681"/>
            <a:ext cx="444398" cy="4443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84248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desde celular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047488" y="2468880"/>
            <a:ext cx="914400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6144768" y="1737360"/>
            <a:ext cx="538855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19088" y="2057400"/>
            <a:ext cx="822960" cy="82296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8369" y="2246681"/>
            <a:ext cx="444398" cy="4443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70648" y="1737360"/>
            <a:ext cx="38340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cómo se ordenan los campos y los botones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658368" y="356616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32688" y="3886200"/>
            <a:ext cx="822960" cy="8229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1969" y="4075481"/>
            <a:ext cx="444398" cy="4443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84248" y="3566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de consulta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5047488" y="4297680"/>
            <a:ext cx="914400" cy="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6144768" y="3566160"/>
            <a:ext cx="538855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19088" y="3886200"/>
            <a:ext cx="822960" cy="82296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8369" y="4075481"/>
            <a:ext cx="444398" cy="4443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70648" y="3566160"/>
            <a:ext cx="38340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 a revisar cómo se recuperan los datos</a:t>
            </a:r>
            <a:endParaRPr lang="en-US" sz="2100" dirty="0"/>
          </a:p>
        </p:txBody>
      </p:sp>
      <p:sp>
        <p:nvSpPr>
          <p:cNvPr id="24" name="Shape 1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acompaña a la función mientras se diseñan sus pantallas, su lógica y sus pruebas.</a:t>
            </a:r>
            <a:endParaRPr lang="en-US" sz="1650" dirty="0"/>
          </a:p>
        </p:txBody>
      </p:sp>
      <p:sp>
        <p:nvSpPr>
          <p:cNvPr id="26" name="Shape 1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4" name="Text 3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equipo-mesa.jpg">    </p:cNvPr>
          <p:cNvPicPr>
            <a:picLocks noChangeAspect="1"/>
          </p:cNvPicPr>
          <p:nvPr/>
        </p:nvPicPr>
        <p:blipFill>
          <a:blip r:embed="rId1"/>
          <a:srcRect l="0" r="0" t="8724" b="8724"/>
          <a:stretch/>
        </p:blipFill>
        <p:spPr>
          <a:xfrm>
            <a:off x="0" y="146304"/>
            <a:ext cx="12191695" cy="67116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solidFill>
            <a:srgbClr val="102A43">
              <a:alpha val="8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TRABAJO EN EQUIPO</a:t>
            </a:r>
            <a:endParaRPr lang="en-US" sz="1200" dirty="0"/>
          </a:p>
        </p:txBody>
      </p:sp>
      <p:pic>
        <p:nvPicPr>
          <p:cNvPr id="6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9144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en tu proyecto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58368" y="17830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min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58368" y="2651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 las estaciones 1 y 2 a una operación de tu proyecto.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58368" y="3611880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61" y="3742273"/>
            <a:ext cx="306141" cy="3061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89888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389888" y="38496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ficha de alcance y requerimientos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58368" y="43616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761" y="4492081"/>
            <a:ext cx="306141" cy="3061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89888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389888" y="45994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la clase, sección 1.4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58368" y="5111496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761" y="5241889"/>
            <a:ext cx="306141" cy="30614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89888" y="5093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FALTA CONFIRMAR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389888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como supuesto explícito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7" name="Shape 25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0" name="Text 27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CIERRE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comprobación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856232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369" y="1986625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FUNCIÓN Y RESULTADO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709928" y="1993392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«gestionar pedidos» no basta para comenzar a diseñar la operación de registro?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09928" y="2651760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Busca quién actúa, qué ingresa y qué resultado debería poder comprobarse.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58368" y="3108960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8368" y="3108960"/>
            <a:ext cx="109728" cy="138988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976" y="3337560"/>
            <a:ext cx="566928" cy="56692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369" y="3467953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9928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CALIDAD VERIFICABLE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709928" y="3474720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información falta si un requisito dice solamente «debe ser rápido»?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709928" y="4133088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desde cuándo medirías, hasta cuándo y bajo qué condiciones repetirías la prueba.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58368" y="4590288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" y="4590288"/>
            <a:ext cx="109728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50976" y="48188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369" y="4949281"/>
            <a:ext cx="306141" cy="30614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09928" y="4700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SUPUESTO Y EXCLUSIÓN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709928" y="4956048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una regla provisional y una función que quedó fuera del alcance?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709928" y="5614416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Revisa cuál se adopta temporalmente para avanzar y cuál se decidió no incorporar.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CIERRE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 en tu respuesta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856232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369" y="1986625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FUNCIÓN Y RESULTADO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709928" y="1993392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Faltan la acción concreta, el usuario, los datos y el resultado esperado.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09928" y="26883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64408" y="2651760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 y datos se diseñan sobre una operación que se recorre de principio a fin.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58368" y="3108960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108960"/>
            <a:ext cx="109728" cy="138988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0976" y="3337560"/>
            <a:ext cx="566928" cy="56692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369" y="3467953"/>
            <a:ext cx="306141" cy="3061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9928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CALIDAD VERIFICABLE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709928" y="3474720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Faltan un límite medible y las condiciones de comprobación.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09928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264408" y="4133088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se comprueba sobre una función concreta, no con un adjetivo.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58368" y="4590288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590288"/>
            <a:ext cx="109728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50976" y="48188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369" y="4949281"/>
            <a:ext cx="306141" cy="30614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09928" y="4700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SUPUESTO Y EXCLUSIÓN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709928" y="4956048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supuesto es provisional y se confirma después; la exclusión delimita lo que no se incorporará.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709928" y="5650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264408" y="5614416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que una sugerencia se vuelva compromiso o que se reabra algo descartado.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5" name="Shape 3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8" name="Text 3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boceto-papel.jpg">    </p:cNvPr>
          <p:cNvPicPr>
            <a:picLocks noChangeAspect="1"/>
          </p:cNvPicPr>
          <p:nvPr/>
        </p:nvPicPr>
        <p:blipFill>
          <a:blip r:embed="rId1"/>
          <a:srcRect l="0" r="0" t="13299" b="13299"/>
          <a:stretch/>
        </p:blipFill>
        <p:spPr>
          <a:xfrm>
            <a:off x="0" y="146304"/>
            <a:ext cx="12191695" cy="67116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solidFill>
            <a:srgbClr val="102A43">
              <a:alpha val="8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09:00 A 09:30 · 30 MINUTOS</a:t>
            </a:r>
            <a:endParaRPr lang="en-US" sz="1200" dirty="0"/>
          </a:p>
        </p:txBody>
      </p:sp>
      <p:pic>
        <p:nvPicPr>
          <p:cNvPr id="6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188720"/>
            <a:ext cx="1097280" cy="1097280"/>
          </a:xfrm>
          <a:prstGeom prst="ellipse">
            <a:avLst/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658368" y="25146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Historias, recorridos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pantallas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658368" y="4206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sabe que la operación funciona, y cómo se usa paso a paso.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812280" y="1280160"/>
            <a:ext cx="4718304" cy="1783080"/>
          </a:xfrm>
          <a:prstGeom prst="roundRect">
            <a:avLst>
              <a:gd name="adj" fmla="val 4103"/>
            </a:avLst>
          </a:prstGeom>
          <a:solidFill>
            <a:srgbClr val="102A43"/>
          </a:solidFill>
          <a:ln w="25400">
            <a:solidFill>
              <a:srgbClr val="3FAE6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0" y="1508760"/>
            <a:ext cx="658368" cy="65836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2305" y="1660185"/>
            <a:ext cx="355519" cy="3555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63840" y="15087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Historia y criterios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7040880" y="22585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reconoce que la operación quedó resuelta, también cuando falta un dato o falla el guardado?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812280" y="3291840"/>
            <a:ext cx="4718304" cy="1783080"/>
          </a:xfrm>
          <a:prstGeom prst="roundRect">
            <a:avLst>
              <a:gd name="adj" fmla="val 4103"/>
            </a:avLst>
          </a:prstGeom>
          <a:solidFill>
            <a:srgbClr val="102A43"/>
          </a:solidFill>
          <a:ln w="25400">
            <a:solidFill>
              <a:srgbClr val="284B7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040880" y="3520440"/>
            <a:ext cx="658368" cy="65836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2305" y="3671865"/>
            <a:ext cx="355519" cy="3555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63840" y="35204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Recorrido y pantallas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7040880" y="42702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 la persona, qué responde el sistema y qué ocurre si no puede continuar?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3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historia de usuario en tres piezas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36192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una capacidad desde la persona que la necesita y explica su beneficio.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58368" y="2057400"/>
            <a:ext cx="10874959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514600"/>
            <a:ext cx="10874959" cy="27432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21854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DE USUARIO · REGISTRAR UN PEDIDO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24128" y="269748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24128" y="3291840"/>
            <a:ext cx="312206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 que atiende en el mesón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24128" y="4892040"/>
            <a:ext cx="548640" cy="5486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315" y="5018227"/>
            <a:ext cx="296266" cy="2962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09928" y="4892040"/>
            <a:ext cx="25277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usa la capacidad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466234" y="269748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QUIERO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466234" y="3291840"/>
            <a:ext cx="312206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un pedido con su cliente, productos y cantidades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4466234" y="4892040"/>
            <a:ext cx="548640" cy="54864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2422" y="5018227"/>
            <a:ext cx="296266" cy="2962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52034" y="4892040"/>
            <a:ext cx="25277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necesita hacer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908341" y="269748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908341" y="3291840"/>
            <a:ext cx="312206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 lo solicitado y encontrarlo cuando el cliente consulte</a:t>
            </a:r>
            <a:endParaRPr lang="en-US" sz="2100" dirty="0"/>
          </a:p>
        </p:txBody>
      </p:sp>
      <p:sp>
        <p:nvSpPr>
          <p:cNvPr id="22" name="Shape 17"/>
          <p:cNvSpPr/>
          <p:nvPr/>
        </p:nvSpPr>
        <p:spPr>
          <a:xfrm>
            <a:off x="7908341" y="4892040"/>
            <a:ext cx="548640" cy="5486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4528" y="5018227"/>
            <a:ext cx="296266" cy="2962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94141" y="4892040"/>
            <a:ext cx="25277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beneficio obtiene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historia conserva el propósito del requerimiento del Bloque 1.</a:t>
            </a:r>
            <a:endParaRPr lang="en-US" sz="1650" dirty="0"/>
          </a:p>
        </p:txBody>
      </p:sp>
      <p:sp>
        <p:nvSpPr>
          <p:cNvPr id="27" name="Shape 21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3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 y cliente no son la misma persona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41448" y="1920240"/>
            <a:ext cx="1463040" cy="14630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7947" y="2256739"/>
            <a:ext cx="790042" cy="79004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93008" y="2880360"/>
            <a:ext cx="566928" cy="566928"/>
          </a:xfrm>
          <a:prstGeom prst="ellipse">
            <a:avLst/>
          </a:prstGeom>
          <a:solidFill>
            <a:srgbClr val="E0BC5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3401" y="3010753"/>
            <a:ext cx="306141" cy="3061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368" y="3566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del mesón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932688" y="40873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el sistema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932688" y="4480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 el formulario y registra el pedido.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984248" y="493776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EEF2F6"/>
          </a:solidFill>
          <a:ln>
            <a:solidFill>
              <a:srgbClr val="EEF2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 en «Como…»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504127" y="160020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87207" y="1920240"/>
            <a:ext cx="1463040" cy="14630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23706" y="2256739"/>
            <a:ext cx="790042" cy="79004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338767" y="2880360"/>
            <a:ext cx="566928" cy="566928"/>
          </a:xfrm>
          <a:prstGeom prst="ellipse">
            <a:avLst/>
          </a:prstGeom>
          <a:solidFill>
            <a:srgbClr val="E0BC5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69161" y="3010753"/>
            <a:ext cx="306141" cy="30614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04127" y="3566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2700" dirty="0"/>
          </a:p>
        </p:txBody>
      </p:sp>
      <p:sp>
        <p:nvSpPr>
          <p:cNvPr id="21" name="Text 14"/>
          <p:cNvSpPr/>
          <p:nvPr/>
        </p:nvSpPr>
        <p:spPr>
          <a:xfrm>
            <a:off x="6778447" y="40873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 los productos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6778447" y="4480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pedido queda asociado a su nombre.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7830007" y="493776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EEF2F6"/>
          </a:solidFill>
          <a:ln>
            <a:solidFill>
              <a:srgbClr val="EEF2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usa el formulario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687568" y="2514600"/>
            <a:ext cx="816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6000" dirty="0"/>
          </a:p>
        </p:txBody>
      </p:sp>
      <p:sp>
        <p:nvSpPr>
          <p:cNvPr id="25" name="Shape 1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Ambos participan en el caso, pero cumplen papeles distintos.</a:t>
            </a:r>
            <a:endParaRPr lang="en-US" sz="1650" dirty="0"/>
          </a:p>
        </p:txBody>
      </p:sp>
      <p:sp>
        <p:nvSpPr>
          <p:cNvPr id="27" name="Shape 2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2" name="Shape 3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5" name="Text 3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3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de aceptación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observables que permiten comprobar si la capacidad quedó resuelta.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58368" y="2029968"/>
            <a:ext cx="53231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029968"/>
            <a:ext cx="109728" cy="170078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304288"/>
            <a:ext cx="713232" cy="71323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731" y="2468331"/>
            <a:ext cx="385145" cy="3851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4708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847088" y="2395728"/>
            <a:ext cx="3951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Cliente, al menos un producto y cantidades válidas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847088" y="2962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847088" y="3200400"/>
            <a:ext cx="3951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guarda, recibe un número único y se muestran la confirmación y los datos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210148" y="2029968"/>
            <a:ext cx="53231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0148" y="2029968"/>
            <a:ext cx="109728" cy="170078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84468" y="2304288"/>
            <a:ext cx="713232" cy="713232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8511" y="2468331"/>
            <a:ext cx="385145" cy="3851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9886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398868" y="2395728"/>
            <a:ext cx="3951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posterior del número asignado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7398868" y="2962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398868" y="3200400"/>
            <a:ext cx="3951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recuperan el cliente, los productos y las cantidades guardadas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58368" y="3840480"/>
            <a:ext cx="53231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" y="3840480"/>
            <a:ext cx="109728" cy="17007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32688" y="4114800"/>
            <a:ext cx="713232" cy="7132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6731" y="4278843"/>
            <a:ext cx="385145" cy="38514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847088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847088" y="4206240"/>
            <a:ext cx="3951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el cliente, no hay productos o una cantidad no es mayor que cero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1847088" y="4773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847088" y="5010912"/>
            <a:ext cx="3951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indica qué corregir, se conservan los otros datos y no se guarda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10148" y="3840480"/>
            <a:ext cx="53231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210148" y="3840480"/>
            <a:ext cx="109728" cy="17007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84468" y="4114800"/>
            <a:ext cx="713232" cy="71323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48511" y="4278843"/>
            <a:ext cx="385145" cy="38514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98868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398868" y="4206240"/>
            <a:ext cx="3951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guardado falla por un problema del sistema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7398868" y="4773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398868" y="5010912"/>
            <a:ext cx="3951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informa que no se pudo guardar y no aparece una confirmación</a:t>
            </a:r>
            <a:endParaRPr lang="en-US" sz="1500" dirty="0"/>
          </a:p>
        </p:txBody>
      </p:sp>
      <p:sp>
        <p:nvSpPr>
          <p:cNvPr id="39" name="Shape 32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válida: un número mayor que cero. Conservar los datos evita volver a escribir todo.</a:t>
            </a:r>
            <a:endParaRPr lang="en-US" sz="1650" dirty="0"/>
          </a:p>
        </p:txBody>
      </p:sp>
      <p:sp>
        <p:nvSpPr>
          <p:cNvPr id="41" name="Shape 3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3" name="Shape 4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6" name="Shape 4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9" name="Text 4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3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datos de prueba del recorrido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3401568" cy="2788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64792" y="1892808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8198" y="2166214"/>
            <a:ext cx="641909" cy="6419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264408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 Soto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658368" y="378561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· nombre inventado</a:t>
            </a:r>
            <a:endParaRPr lang="en-US" sz="1500" dirty="0"/>
          </a:p>
        </p:txBody>
      </p:sp>
      <p:pic>
        <p:nvPicPr>
          <p:cNvPr id="11" name="Image 2" descr="C:\Users\Diego Obando\dev\tpe401-taller-de-proyecto-de-especialidad\clases\semana-03\03\ppt\source\assets\sacos-cemento-recorte.jpg">    </p:cNvPr>
          <p:cNvPicPr>
            <a:picLocks noChangeAspect="1"/>
          </p:cNvPicPr>
          <p:nvPr/>
        </p:nvPicPr>
        <p:blipFill>
          <a:blip r:embed="rId5"/>
          <a:srcRect l="9344" r="9344" t="0" b="0"/>
          <a:stretch/>
        </p:blipFill>
        <p:spPr>
          <a:xfrm>
            <a:off x="4395064" y="1572768"/>
            <a:ext cx="3401568" cy="2788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7944" y="1755648"/>
            <a:ext cx="960120" cy="96012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Shape 8"/>
          <p:cNvSpPr/>
          <p:nvPr/>
        </p:nvSpPr>
        <p:spPr>
          <a:xfrm>
            <a:off x="4395064" y="3584448"/>
            <a:ext cx="3401568" cy="777240"/>
          </a:xfrm>
          <a:prstGeom prst="rect">
            <a:avLst/>
          </a:prstGeom>
          <a:solidFill>
            <a:srgbClr val="102A43">
              <a:alpha val="90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623664" y="361188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sacos de cemento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623664" y="397764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de venta: saco</a:t>
            </a:r>
            <a:endParaRPr lang="en-US" sz="1400" dirty="0"/>
          </a:p>
        </p:txBody>
      </p:sp>
      <p:pic>
        <p:nvPicPr>
          <p:cNvPr id="16" name="Image 3" descr="C:\Users\Diego Obando\dev\tpe401-taller-de-proyecto-de-especialidad\clases\semana-03\03\ppt\source\assets\brochas-recorte.jpg">    </p:cNvPr>
          <p:cNvPicPr>
            <a:picLocks noChangeAspect="1"/>
          </p:cNvPicPr>
          <p:nvPr/>
        </p:nvPicPr>
        <p:blipFill>
          <a:blip r:embed="rId6"/>
          <a:srcRect l="0" r="0" t="4794" b="4794"/>
          <a:stretch/>
        </p:blipFill>
        <p:spPr>
          <a:xfrm>
            <a:off x="8131759" y="1572768"/>
            <a:ext cx="3401568" cy="2788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14639" y="1755648"/>
            <a:ext cx="960120" cy="96012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Shape 12"/>
          <p:cNvSpPr/>
          <p:nvPr/>
        </p:nvSpPr>
        <p:spPr>
          <a:xfrm>
            <a:off x="8131759" y="3584448"/>
            <a:ext cx="3401568" cy="777240"/>
          </a:xfrm>
          <a:prstGeom prst="rect">
            <a:avLst/>
          </a:prstGeom>
          <a:solidFill>
            <a:srgbClr val="102A43">
              <a:alpha val="90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360359" y="361188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brochas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360359" y="397764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de venta: unidad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58368" y="457200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N.º 1042</a:t>
            </a:r>
            <a:endParaRPr lang="en-US" sz="2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8808" y="475488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64608" y="4572000"/>
            <a:ext cx="66687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 identifica el pedido. No es una cantidad de productos ni un número que se asigne siempre.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estos datos son ficticios. Sirven para recorrer el caso que termina bien.</a:t>
            </a:r>
            <a:endParaRPr lang="en-US" sz="1650" dirty="0"/>
          </a:p>
        </p:txBody>
      </p:sp>
      <p:sp>
        <p:nvSpPr>
          <p:cNvPr id="26" name="Shape 1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4" name="Text 3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3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supuesto para recorrer el registro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360000">
            <a:off x="1069848" y="26517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E0BC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SUPUESTO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230368" y="1691640"/>
            <a:ext cx="6302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y los productos ya existen en el sistema, listos para seleccionarlos.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5230368" y="2834640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0761" y="2965033"/>
            <a:ext cx="306141" cy="3061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07608" y="2834640"/>
            <a:ext cx="55257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 ya está registrada como cliente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230368" y="3611880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0761" y="3742273"/>
            <a:ext cx="306141" cy="306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07608" y="3611880"/>
            <a:ext cx="55257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 y Brocha ya están en el catálogo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230368" y="4526280"/>
            <a:ext cx="6302959" cy="9144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8968" y="47548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99048" y="4526280"/>
            <a:ext cx="52513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esos registros es otra operación. Para este recorrido se usan datos de prueba preparados.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supuesto queda escrito: si cambia, se revisa el recorrido.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4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recorrido, paso a paso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Recorrido: la secuencia de acciones y respuestas que completa una operación.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2331720"/>
            <a:ext cx="10874959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331720"/>
            <a:ext cx="1325880" cy="13258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708" y="2560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108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58368" y="3931920"/>
            <a:ext cx="10874959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8368" y="3931920"/>
            <a:ext cx="1325880" cy="132588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708" y="4160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" y="4709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671801" y="1901952"/>
            <a:ext cx="384048" cy="384048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167128" y="24231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registrar un pedido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2863825" y="3675888"/>
            <a:ext cx="0" cy="237744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8" name="Text 13"/>
          <p:cNvSpPr/>
          <p:nvPr/>
        </p:nvSpPr>
        <p:spPr>
          <a:xfrm>
            <a:off x="2167128" y="40233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el formulario vacío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248074" y="1901952"/>
            <a:ext cx="384048" cy="384048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743401" y="24231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a Ana Soto, 2 de cemento y 3 de brocha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440098" y="3675888"/>
            <a:ext cx="0" cy="237744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3743401" y="40233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productos, cantidades y unidades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3651961" y="25146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51961" y="41148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824347" y="1901952"/>
            <a:ext cx="384048" cy="384048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319674" y="24231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Pulsa Guardar pedido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016371" y="3675888"/>
            <a:ext cx="0" cy="237744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8" name="Text 23"/>
          <p:cNvSpPr/>
          <p:nvPr/>
        </p:nvSpPr>
        <p:spPr>
          <a:xfrm>
            <a:off x="5319674" y="40233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cliente, productos y cantidades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5228234" y="25146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228234" y="41148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00620" y="1901952"/>
            <a:ext cx="384048" cy="384048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895948" y="24231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 si se informa un error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7592644" y="3675888"/>
            <a:ext cx="0" cy="237744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6850228" y="3986784"/>
            <a:ext cx="1484833" cy="1216152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895948" y="40233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hay error lo señala; si no, intenta guardar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6804508" y="25146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804508" y="41148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976893" y="1901952"/>
            <a:ext cx="384048" cy="384048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8472221" y="24231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la respuesta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9168917" y="3675888"/>
            <a:ext cx="0" cy="237744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41" name="Shape 36"/>
          <p:cNvSpPr/>
          <p:nvPr/>
        </p:nvSpPr>
        <p:spPr>
          <a:xfrm>
            <a:off x="8426501" y="3986784"/>
            <a:ext cx="1484833" cy="1216152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472221" y="40233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guardó, muestra 1042; si falló, lo avisa</a:t>
            </a:r>
            <a:endParaRPr lang="en-US" sz="1350" dirty="0"/>
          </a:p>
        </p:txBody>
      </p:sp>
      <p:sp>
        <p:nvSpPr>
          <p:cNvPr id="43" name="Shape 38"/>
          <p:cNvSpPr/>
          <p:nvPr/>
        </p:nvSpPr>
        <p:spPr>
          <a:xfrm>
            <a:off x="8380781" y="25146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380781" y="41148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0553167" y="1901952"/>
            <a:ext cx="384048" cy="384048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10048494" y="24231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el número 1042</a:t>
            </a:r>
            <a:endParaRPr lang="en-US" sz="1350" dirty="0"/>
          </a:p>
        </p:txBody>
      </p:sp>
      <p:sp>
        <p:nvSpPr>
          <p:cNvPr id="47" name="Shape 42"/>
          <p:cNvSpPr/>
          <p:nvPr/>
        </p:nvSpPr>
        <p:spPr>
          <a:xfrm>
            <a:off x="10745191" y="3675888"/>
            <a:ext cx="0" cy="237744"/>
          </a:xfrm>
          <a:prstGeom prst="line">
            <a:avLst/>
          </a:prstGeom>
          <a:noFill/>
          <a:ln w="2286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48" name="Text 43"/>
          <p:cNvSpPr/>
          <p:nvPr/>
        </p:nvSpPr>
        <p:spPr>
          <a:xfrm>
            <a:off x="10048494" y="4023360"/>
            <a:ext cx="139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lo que se guardó</a:t>
            </a:r>
            <a:endParaRPr lang="en-US" sz="1350" dirty="0"/>
          </a:p>
        </p:txBody>
      </p:sp>
      <p:sp>
        <p:nvSpPr>
          <p:cNvPr id="49" name="Shape 44"/>
          <p:cNvSpPr/>
          <p:nvPr/>
        </p:nvSpPr>
        <p:spPr>
          <a:xfrm>
            <a:off x="9957054" y="25146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9957054" y="4114800"/>
            <a:ext cx="0" cy="96012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pasos 4 y 5, en amarillo, tienen dos caminos posibles.</a:t>
            </a:r>
            <a:endParaRPr lang="en-US" sz="1650" dirty="0"/>
          </a:p>
        </p:txBody>
      </p:sp>
      <p:sp>
        <p:nvSpPr>
          <p:cNvPr id="53" name="Shape 48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59" name="Shape 52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65" name="Shape 56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6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68" name="Shape 58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71" name="Text 60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4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caminos antes de confirmar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20116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Pulsa Guardar pedido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2624328" y="2468880"/>
            <a:ext cx="365760" cy="0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3035808" y="1828800"/>
            <a:ext cx="1920240" cy="1280160"/>
          </a:xfrm>
          <a:prstGeom prst="diamond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¿Datos válidos?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001768" y="2468880"/>
            <a:ext cx="502920" cy="0"/>
          </a:xfrm>
          <a:prstGeom prst="line">
            <a:avLst/>
          </a:prstGeom>
          <a:noFill/>
          <a:ln w="27940">
            <a:solidFill>
              <a:srgbClr val="3FAE6A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5001768" y="2029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50408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 guardar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287768" y="2468880"/>
            <a:ext cx="365760" cy="0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7699248" y="1828800"/>
            <a:ext cx="1828800" cy="1280160"/>
          </a:xfrm>
          <a:prstGeom prst="diamond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guardó?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573768" y="2468880"/>
            <a:ext cx="411480" cy="0"/>
          </a:xfrm>
          <a:prstGeom prst="line">
            <a:avLst/>
          </a:prstGeom>
          <a:noFill/>
          <a:ln w="27940">
            <a:solidFill>
              <a:srgbClr val="3FAE6A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9573768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30968" y="2011680"/>
            <a:ext cx="1502359" cy="914400"/>
          </a:xfrm>
          <a:prstGeom prst="roundRect">
            <a:avLst>
              <a:gd name="adj" fmla="val 8000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1042 y los datos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995928" y="3127248"/>
            <a:ext cx="0" cy="740664"/>
          </a:xfrm>
          <a:prstGeom prst="line">
            <a:avLst/>
          </a:prstGeom>
          <a:noFill/>
          <a:ln w="2794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4087368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613648" y="3127248"/>
            <a:ext cx="0" cy="740664"/>
          </a:xfrm>
          <a:prstGeom prst="line">
            <a:avLst/>
          </a:prstGeom>
          <a:noFill/>
          <a:ln w="2794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8705088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578608" y="38862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BF3DE"/>
          </a:solidFill>
          <a:ln w="20320">
            <a:solidFill>
              <a:srgbClr val="E0BC5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5768" y="4023360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218688" y="3959352"/>
            <a:ext cx="2103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Señala qué corregir y conserva el formulario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7196328" y="38862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8E4E5"/>
          </a:solidFill>
          <a:ln w="20320">
            <a:solidFill>
              <a:srgbClr val="D6202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3488" y="4023360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836408" y="3959352"/>
            <a:ext cx="2103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 que no se pudo guardar, sin confirmación</a:t>
            </a:r>
            <a:endParaRPr lang="en-US" sz="1450" dirty="0"/>
          </a:p>
        </p:txBody>
      </p:sp>
      <p:sp>
        <p:nvSpPr>
          <p:cNvPr id="27" name="Shape 22"/>
          <p:cNvSpPr/>
          <p:nvPr/>
        </p:nvSpPr>
        <p:spPr>
          <a:xfrm>
            <a:off x="1572768" y="4457700"/>
            <a:ext cx="1005840" cy="0"/>
          </a:xfrm>
          <a:prstGeom prst="line">
            <a:avLst/>
          </a:prstGeom>
          <a:noFill/>
          <a:ln w="25400">
            <a:solidFill>
              <a:srgbClr val="E0BC5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572768" y="2944368"/>
            <a:ext cx="0" cy="1513332"/>
          </a:xfrm>
          <a:prstGeom prst="line">
            <a:avLst/>
          </a:prstGeom>
          <a:noFill/>
          <a:ln w="25400">
            <a:solidFill>
              <a:srgbClr val="E0BC5A"/>
            </a:solidFill>
            <a:prstDash val="solid"/>
            <a:headEnd type="triangle"/>
          </a:ln>
        </p:spPr>
      </p:sp>
      <p:sp>
        <p:nvSpPr>
          <p:cNvPr id="29" name="Text 24"/>
          <p:cNvSpPr/>
          <p:nvPr/>
        </p:nvSpPr>
        <p:spPr>
          <a:xfrm>
            <a:off x="658368" y="45674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 y vuelve a pulsar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confirmación solo aparece cuando el pedido quedó guardado.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4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error en el camino: cantidad cero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6035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pedido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2688" y="22311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2688" y="2487168"/>
            <a:ext cx="274320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13048" y="2532888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32688" y="3172968"/>
            <a:ext cx="237744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93008" y="3172968"/>
            <a:ext cx="914400" cy="402336"/>
          </a:xfrm>
          <a:prstGeom prst="rect">
            <a:avLst/>
          </a:prstGeom>
          <a:solidFill>
            <a:srgbClr val="F8E4E5"/>
          </a:solidFill>
          <a:ln w="25400">
            <a:solidFill>
              <a:srgbClr val="D62027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90288" y="31729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688" y="367588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98448" y="3630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 una cantidad mayor que cero para Cemento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236208" y="3657600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32688" y="4178808"/>
            <a:ext cx="237744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93008" y="4178808"/>
            <a:ext cx="91440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90288" y="417880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596128" y="4224528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32688" y="4864608"/>
            <a:ext cx="2194560" cy="420624"/>
          </a:xfrm>
          <a:prstGeom prst="rect">
            <a:avLst/>
          </a:prstGeom>
          <a:solidFill>
            <a:srgbClr val="D62027"/>
          </a:solidFill>
          <a:ln w="1778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264408" y="4919472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059168" y="1691640"/>
            <a:ext cx="502920" cy="502920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744968" y="1645920"/>
            <a:ext cx="37883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 y las brochas siguen en el formulario: no hay que escribir todo de nuevo.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059168" y="2971800"/>
            <a:ext cx="502920" cy="502920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744968" y="2926080"/>
            <a:ext cx="37883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mensaje aparece junto al campo con error y dice qué corregir.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7059168" y="4251960"/>
            <a:ext cx="502920" cy="502920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7744968" y="4206240"/>
            <a:ext cx="37883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cambia el 0 por 2 y se vuelve a pulsar Guardar para continuar.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buen recorrido también muestra cómo se sale de un error.</a:t>
            </a:r>
            <a:endParaRPr lang="en-US" sz="1650" dirty="0"/>
          </a:p>
        </p:txBody>
      </p:sp>
      <p:sp>
        <p:nvSpPr>
          <p:cNvPr id="31" name="Shape 2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4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boceto muestra cómo se usa</a:t>
            </a:r>
            <a:endParaRPr lang="en-US" sz="3100" dirty="0"/>
          </a:p>
        </p:txBody>
      </p:sp>
      <p:pic>
        <p:nvPicPr>
          <p:cNvPr id="6" name="Image 1" descr="C:\Users\Diego Obando\dev\tpe401-taller-de-proyecto-de-especialidad\clases\semana-03\03\ppt\source\assets\boceto-papel.jpg">    </p:cNvPr>
          <p:cNvPicPr>
            <a:picLocks noChangeAspect="1"/>
          </p:cNvPicPr>
          <p:nvPr/>
        </p:nvPicPr>
        <p:blipFill>
          <a:blip r:embed="rId3"/>
          <a:srcRect l="0" r="0" t="1412" b="1412"/>
          <a:stretch/>
        </p:blipFill>
        <p:spPr>
          <a:xfrm>
            <a:off x="658368" y="1572768"/>
            <a:ext cx="5394960" cy="3931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19088" y="1627632"/>
            <a:ext cx="51142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BOCETO DE PANTALLA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19088" y="1920240"/>
            <a:ext cx="51142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representación sencilla de los campos, acciones y resultados que verá la persona.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419088" y="3154680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9481" y="3285073"/>
            <a:ext cx="306141" cy="3061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96328" y="3154680"/>
            <a:ext cx="43369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hace en papel o en una herramienta de dibujo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419088" y="3931920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9481" y="4062313"/>
            <a:ext cx="306141" cy="3061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96328" y="3931920"/>
            <a:ext cx="43369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cómo se realiza la operación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6419088" y="4709160"/>
            <a:ext cx="566928" cy="566928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481" y="4839553"/>
            <a:ext cx="306141" cy="30614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96328" y="4709160"/>
            <a:ext cx="43369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elige colores, tipografía ni tecnología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dibuja lo que la operación necesita, no la página de inicio.</a:t>
            </a:r>
            <a:endParaRPr lang="en-US" sz="1650" dirty="0"/>
          </a:p>
        </p:txBody>
      </p:sp>
      <p:sp>
        <p:nvSpPr>
          <p:cNvPr id="20" name="Shape 13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2" name="Shape 21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5" name="Shape 23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8" name="Text 25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4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Boceto: formulario de registro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6035040" cy="39776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932688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pedido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2688" y="22128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2688" y="2468880"/>
            <a:ext cx="274320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13048" y="2514600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32688" y="3081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493008" y="30815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864608" y="30815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361688" y="3054096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41848" y="3054096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32688" y="3401568"/>
            <a:ext cx="237744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93008" y="3401568"/>
            <a:ext cx="109728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64608" y="3401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32688" y="3931920"/>
            <a:ext cx="237744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93008" y="3931920"/>
            <a:ext cx="109728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64608" y="3931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32688" y="4681728"/>
            <a:ext cx="2377440" cy="420624"/>
          </a:xfrm>
          <a:prstGeom prst="rect">
            <a:avLst/>
          </a:prstGeom>
          <a:solidFill>
            <a:srgbClr val="FFFFFF"/>
          </a:solidFill>
          <a:ln w="17780">
            <a:solidFill>
              <a:srgbClr val="102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Agregar producto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401568" y="4736592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950208" y="4681728"/>
            <a:ext cx="2103120" cy="420624"/>
          </a:xfrm>
          <a:prstGeom prst="rect">
            <a:avLst/>
          </a:prstGeom>
          <a:solidFill>
            <a:srgbClr val="D62027"/>
          </a:solidFill>
          <a:ln w="1778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190488" y="4736592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59168" y="1645920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16368" y="1600200"/>
            <a:ext cx="4016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516368" y="1892808"/>
            <a:ext cx="4016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pedido queda asociado a Ana Soto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7059168" y="2432304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516368" y="2386584"/>
            <a:ext cx="4016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7516368" y="2679192"/>
            <a:ext cx="4016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muestra según el producto elegido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059168" y="3218688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516368" y="3172968"/>
            <a:ext cx="4016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7516368" y="3465576"/>
            <a:ext cx="4016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pedido, no lo que hay en bodega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7059168" y="4005072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516368" y="3959352"/>
            <a:ext cx="4016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producto</a:t>
            </a:r>
            <a:endParaRPr lang="en-US" sz="1550" dirty="0"/>
          </a:p>
        </p:txBody>
      </p:sp>
      <p:sp>
        <p:nvSpPr>
          <p:cNvPr id="37" name="Text 34"/>
          <p:cNvSpPr/>
          <p:nvPr/>
        </p:nvSpPr>
        <p:spPr>
          <a:xfrm>
            <a:off x="7516368" y="4251960"/>
            <a:ext cx="4016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otra fila para elegir producto y cantidad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7059168" y="4791456"/>
            <a:ext cx="310896" cy="310896"/>
          </a:xfrm>
          <a:prstGeom prst="ellipse">
            <a:avLst/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516368" y="4745736"/>
            <a:ext cx="4016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1550" dirty="0"/>
          </a:p>
        </p:txBody>
      </p:sp>
      <p:sp>
        <p:nvSpPr>
          <p:cNvPr id="40" name="Text 37"/>
          <p:cNvSpPr/>
          <p:nvPr/>
        </p:nvSpPr>
        <p:spPr>
          <a:xfrm>
            <a:off x="7516368" y="5038344"/>
            <a:ext cx="4016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el conjunto completo, no solo la última fila</a:t>
            </a:r>
            <a:endParaRPr lang="en-US" sz="1450" dirty="0"/>
          </a:p>
        </p:txBody>
      </p:sp>
      <p:sp>
        <p:nvSpPr>
          <p:cNvPr id="41" name="Shape 3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recuadros representan controles: campos para elegir o escribir datos, y botones.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8" name="Shape 5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61" name="Text 5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4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Boceto: confirmación y consulta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5669280" cy="39776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658368" y="1572768"/>
            <a:ext cx="5669280" cy="640080"/>
          </a:xfrm>
          <a:prstGeom prst="rect">
            <a:avLst/>
          </a:prstGeom>
          <a:solidFill>
            <a:srgbClr val="E9F6EE"/>
          </a:solidFill>
          <a:ln w="12700">
            <a:solidFill>
              <a:srgbClr val="E9F6EE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" y="1691640"/>
            <a:ext cx="402336" cy="40233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505" y="1784177"/>
            <a:ext cx="217261" cy="2172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35608" y="15727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guardado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932688" y="2350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Número: 1042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32688" y="26700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Cliente: Ana Soto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32688" y="3035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944368" y="3035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224528" y="3035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932688" y="3383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944368" y="3383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224528" y="3383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932688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2944368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4224528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932688" y="3346704"/>
            <a:ext cx="51206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32688" y="4087368"/>
            <a:ext cx="2743200" cy="420624"/>
          </a:xfrm>
          <a:prstGeom prst="rect">
            <a:avLst/>
          </a:prstGeom>
          <a:solidFill>
            <a:srgbClr val="FFFFFF"/>
          </a:solidFill>
          <a:ln w="17780">
            <a:solidFill>
              <a:srgbClr val="102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este pedido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932688" y="4818888"/>
            <a:ext cx="2743200" cy="420624"/>
          </a:xfrm>
          <a:prstGeom prst="rect">
            <a:avLst/>
          </a:prstGeom>
          <a:solidFill>
            <a:srgbClr val="FFFFFF"/>
          </a:solidFill>
          <a:ln w="17780">
            <a:solidFill>
              <a:srgbClr val="102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otro pedido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3721608" y="4297680"/>
            <a:ext cx="3246120" cy="0"/>
          </a:xfrm>
          <a:prstGeom prst="line">
            <a:avLst/>
          </a:prstGeom>
          <a:noFill/>
          <a:ln w="25400">
            <a:solidFill>
              <a:srgbClr val="284B75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3721608" y="5029200"/>
            <a:ext cx="3246120" cy="0"/>
          </a:xfrm>
          <a:prstGeom prst="line">
            <a:avLst/>
          </a:prstGeom>
          <a:noFill/>
          <a:ln w="254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7059168" y="4023360"/>
            <a:ext cx="548640" cy="54864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5355" y="4149547"/>
            <a:ext cx="296266" cy="29626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790688" y="3959352"/>
            <a:ext cx="37426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este pedido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7790688" y="4288536"/>
            <a:ext cx="37426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 la consulta y recupera lo guardado</a:t>
            </a:r>
            <a:endParaRPr lang="en-US" sz="1450" dirty="0"/>
          </a:p>
        </p:txBody>
      </p:sp>
      <p:sp>
        <p:nvSpPr>
          <p:cNvPr id="31" name="Shape 26"/>
          <p:cNvSpPr/>
          <p:nvPr/>
        </p:nvSpPr>
        <p:spPr>
          <a:xfrm>
            <a:off x="7059168" y="4754880"/>
            <a:ext cx="548640" cy="5486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85355" y="4881067"/>
            <a:ext cx="296266" cy="29626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790688" y="4690872"/>
            <a:ext cx="37426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otro pedido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790688" y="5020056"/>
            <a:ext cx="37426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 un formulario vacío para otro pedido</a:t>
            </a:r>
            <a:endParaRPr lang="en-US" sz="1450" dirty="0"/>
          </a:p>
        </p:txBody>
      </p:sp>
      <p:sp>
        <p:nvSpPr>
          <p:cNvPr id="35" name="Shape 29"/>
          <p:cNvSpPr/>
          <p:nvPr/>
        </p:nvSpPr>
        <p:spPr>
          <a:xfrm>
            <a:off x="7013448" y="1572768"/>
            <a:ext cx="4519879" cy="1463040"/>
          </a:xfrm>
          <a:prstGeom prst="roundRect">
            <a:avLst>
              <a:gd name="adj" fmla="val 5000"/>
            </a:avLst>
          </a:prstGeom>
          <a:solidFill>
            <a:srgbClr val="E9F6EE"/>
          </a:solidFill>
          <a:ln w="12700">
            <a:solidFill>
              <a:srgbClr val="E9F6EE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242048" y="1801368"/>
            <a:ext cx="548640" cy="5486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8235" y="1927555"/>
            <a:ext cx="296266" cy="29626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973568" y="1709928"/>
            <a:ext cx="33768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confirmación aparece solo si el pedido quedó guardado.</a:t>
            </a:r>
            <a:endParaRPr lang="en-US" sz="1700" dirty="0"/>
          </a:p>
        </p:txBody>
      </p:sp>
      <p:sp>
        <p:nvSpPr>
          <p:cNvPr id="39" name="Shape 32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confirmación y la consulta muestran el mismo pedido; no crean pedidos nuevos.</a:t>
            </a:r>
            <a:endParaRPr lang="en-US" sz="1650" dirty="0"/>
          </a:p>
        </p:txBody>
      </p:sp>
      <p:sp>
        <p:nvSpPr>
          <p:cNvPr id="41" name="Shape 3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3" name="Shape 4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6" name="Shape 4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9" name="Text 4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4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pantalla, varios estados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pantalla: cómo se ve la interfaz en una situación.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68096" y="2011680"/>
            <a:ext cx="1929384" cy="3017520"/>
          </a:xfrm>
          <a:prstGeom prst="roundRect">
            <a:avLst>
              <a:gd name="adj" fmla="val 8531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9536" y="2249424"/>
            <a:ext cx="1746504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2340864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pedido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9264" y="26700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9264" y="284378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31272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69264" y="330098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35844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69264" y="375818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" y="4462272"/>
            <a:ext cx="1527048" cy="274320"/>
          </a:xfrm>
          <a:prstGeom prst="rect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8368" y="5138928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52606D"/>
          </a:solidFill>
          <a:ln>
            <a:solidFill>
              <a:srgbClr val="52606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Vacía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3676802" y="2011680"/>
            <a:ext cx="1929384" cy="3017520"/>
          </a:xfrm>
          <a:prstGeom prst="roundRect">
            <a:avLst>
              <a:gd name="adj" fmla="val 8531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68242" y="2249424"/>
            <a:ext cx="1746504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77970" y="2340864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pedido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877970" y="26700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877970" y="284378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32834" y="284378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877970" y="31272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877970" y="330098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32834" y="330098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877970" y="35844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877970" y="375818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32834" y="375818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877970" y="4462272"/>
            <a:ext cx="1527048" cy="274320"/>
          </a:xfrm>
          <a:prstGeom prst="rect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567074" y="5138928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Completada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6585509" y="2011680"/>
            <a:ext cx="1929384" cy="3017520"/>
          </a:xfrm>
          <a:prstGeom prst="roundRect">
            <a:avLst>
              <a:gd name="adj" fmla="val 8531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76949" y="2249424"/>
            <a:ext cx="1746504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86677" y="2340864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pedido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786677" y="26700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86677" y="284378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41541" y="284378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786677" y="31272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786677" y="330098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41541" y="330098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786677" y="358444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786677" y="3758184"/>
            <a:ext cx="1527048" cy="246888"/>
          </a:xfrm>
          <a:prstGeom prst="rect">
            <a:avLst/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41541" y="375818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786677" y="4059936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 una cantidad mayor que cero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786677" y="4462272"/>
            <a:ext cx="1527048" cy="274320"/>
          </a:xfrm>
          <a:prstGeom prst="rect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475781" y="5138928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error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9494215" y="2011680"/>
            <a:ext cx="1929384" cy="3017520"/>
          </a:xfrm>
          <a:prstGeom prst="roundRect">
            <a:avLst>
              <a:gd name="adj" fmla="val 8531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585655" y="2249424"/>
            <a:ext cx="1746504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695383" y="2340864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pedido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9695383" y="2633472"/>
            <a:ext cx="1527048" cy="329184"/>
          </a:xfrm>
          <a:prstGeom prst="rect">
            <a:avLst/>
          </a:prstGeom>
          <a:solidFill>
            <a:srgbClr val="F8E4E5"/>
          </a:solidFill>
          <a:ln w="1524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pudo guardar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9695383" y="303580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9695383" y="320954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750247" y="320954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9695383" y="349300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695383" y="366674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750247" y="366674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9695383" y="395020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9695383" y="4123944"/>
            <a:ext cx="1527048" cy="246888"/>
          </a:xfrm>
          <a:prstGeom prst="rect">
            <a:avLst/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750247" y="412394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9695383" y="4462272"/>
            <a:ext cx="1527048" cy="274320"/>
          </a:xfrm>
          <a:prstGeom prst="rect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9384487" y="5138928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Fallo de guardado</a:t>
            </a:r>
            <a:endParaRPr lang="en-US" sz="1450" dirty="0"/>
          </a:p>
        </p:txBody>
      </p:sp>
      <p:sp>
        <p:nvSpPr>
          <p:cNvPr id="62" name="Shape 59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hace falta una página por mensaje. El estado de la pantalla no es el estado del pedido.</a:t>
            </a:r>
            <a:endParaRPr lang="en-US" sz="1650" dirty="0"/>
          </a:p>
        </p:txBody>
      </p:sp>
      <p:sp>
        <p:nvSpPr>
          <p:cNvPr id="64" name="Shape 61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70" name="Shape 65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7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73" name="Shape 67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7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75" name="Text 68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76" name="Shape 69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7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79" name="Shape 71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8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81" name="Text 72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82" name="Text 73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4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Pantalla, lógica y almacenamiento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10234879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5400">
            <a:solidFill>
              <a:srgbClr val="284B7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572768"/>
            <a:ext cx="3246120" cy="111556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9536" y="180136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961" y="1952793"/>
            <a:ext cx="355519" cy="3555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4208" y="1682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664208" y="21214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ve y usa la persona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178808" y="1572768"/>
            <a:ext cx="648583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cliente y productos, editar cantidades, leer mensajes y resultados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5688" y="2688336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78408" y="2916936"/>
            <a:ext cx="10234879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5400">
            <a:solidFill>
              <a:srgbClr val="E0BC5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78408" y="2916936"/>
            <a:ext cx="3246120" cy="11155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79576" y="314553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31001" y="3296961"/>
            <a:ext cx="355519" cy="3555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84248" y="3026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1984248" y="34655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procesamiento que aplica las reglas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498848" y="2916936"/>
            <a:ext cx="648583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las reglas, coordinar el guardado y asignar un número único</a:t>
            </a:r>
            <a:endParaRPr lang="en-US" sz="17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95728" y="4032504"/>
            <a:ext cx="228600" cy="2286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298448" y="4261104"/>
            <a:ext cx="10234879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5400">
            <a:solidFill>
              <a:srgbClr val="102A43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298448" y="4261104"/>
            <a:ext cx="3246120" cy="11155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499616" y="4489704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51041" y="4641129"/>
            <a:ext cx="355519" cy="35551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304288" y="4370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Almacenamiento</a:t>
            </a:r>
            <a:endParaRPr lang="en-US" sz="2100" dirty="0"/>
          </a:p>
        </p:txBody>
      </p:sp>
      <p:sp>
        <p:nvSpPr>
          <p:cNvPr id="27" name="Text 19"/>
          <p:cNvSpPr/>
          <p:nvPr/>
        </p:nvSpPr>
        <p:spPr>
          <a:xfrm>
            <a:off x="2304288" y="48097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la información al salir de la pantalla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818888" y="4261104"/>
            <a:ext cx="648583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 el pedido, su cliente y sus cantidades para recuperarlos después</a:t>
            </a:r>
            <a:endParaRPr lang="en-US" sz="1700" dirty="0"/>
          </a:p>
        </p:txBody>
      </p:sp>
      <p:sp>
        <p:nvSpPr>
          <p:cNvPr id="29" name="Shape 21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tres partes se conectan, aunque el equipo todavía no elija cómo implementarlas.</a:t>
            </a:r>
            <a:endParaRPr lang="en-US" sz="1650" dirty="0"/>
          </a:p>
        </p:txBody>
      </p:sp>
      <p:sp>
        <p:nvSpPr>
          <p:cNvPr id="31" name="Shape 23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9" name="Text 35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lupa-documento.jpg">    </p:cNvPr>
          <p:cNvPicPr>
            <a:picLocks noChangeAspect="1"/>
          </p:cNvPicPr>
          <p:nvPr/>
        </p:nvPicPr>
        <p:blipFill>
          <a:blip r:embed="rId1"/>
          <a:srcRect l="0" r="0" t="8724" b="8724"/>
          <a:stretch/>
        </p:blipFill>
        <p:spPr>
          <a:xfrm>
            <a:off x="0" y="146304"/>
            <a:ext cx="12191695" cy="67116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solidFill>
            <a:srgbClr val="102A43">
              <a:alpha val="8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ESTACIÓN 4</a:t>
            </a:r>
            <a:endParaRPr lang="en-US" sz="1200" dirty="0"/>
          </a:p>
        </p:txBody>
      </p:sp>
      <p:pic>
        <p:nvPicPr>
          <p:cNvPr id="6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463040"/>
            <a:ext cx="2377440" cy="548640"/>
          </a:xfrm>
          <a:prstGeom prst="rect">
            <a:avLst/>
          </a:prstGeom>
          <a:solidFill>
            <a:srgbClr val="D62027"/>
          </a:solidFill>
          <a:ln w="1778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58368" y="23774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botón Guardar dibujado es una acción prevista, no una prueba.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58368" y="4206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comprueba en el sistema construido: se recorre la operación y se recuperan los datos guardados.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28" name="Text 18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equipo-mesa.jpg">    </p:cNvPr>
          <p:cNvPicPr>
            <a:picLocks noChangeAspect="1"/>
          </p:cNvPicPr>
          <p:nvPr/>
        </p:nvPicPr>
        <p:blipFill>
          <a:blip r:embed="rId1"/>
          <a:srcRect l="0" r="0" t="8724" b="8724"/>
          <a:stretch/>
        </p:blipFill>
        <p:spPr>
          <a:xfrm>
            <a:off x="0" y="146304"/>
            <a:ext cx="12191695" cy="67116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solidFill>
            <a:srgbClr val="102A43">
              <a:alpha val="8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TRABAJO EN EQUIPO</a:t>
            </a:r>
            <a:endParaRPr lang="en-US" sz="1200" dirty="0"/>
          </a:p>
        </p:txBody>
      </p:sp>
      <p:pic>
        <p:nvPicPr>
          <p:cNvPr id="6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9144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en tu proyecto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58368" y="17830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min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58368" y="26517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 las estaciones 3 y 4 a la operación del Bloque 1.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58368" y="3611880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61" y="3742273"/>
            <a:ext cx="306141" cy="3061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89888" y="3593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389888" y="384962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historia con criterios y un recorrido con bocetos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58368" y="43616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761" y="4492081"/>
            <a:ext cx="306141" cy="3061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89888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389888" y="45994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la clase, sección 2.4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58368" y="5111496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761" y="5241889"/>
            <a:ext cx="306141" cy="30614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89888" y="5093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USAS IA PARA REVISAR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389888" y="5349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cada sugerencia: una función nueva no es un acuerdo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7" name="Shape 25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0" name="Text 27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CIERRE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comprobación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856232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369" y="1986625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USUARIO Y BENEFICIO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709928" y="1993392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historia de registro, ¿quién usa el sistema y qué obtiene al completar la operación?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09928" y="2651760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Distingue a quien atiende en el mesón de quien solicita los productos.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58368" y="3108960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8368" y="3108960"/>
            <a:ext cx="109728" cy="138988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976" y="3337560"/>
            <a:ext cx="566928" cy="56692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369" y="3467953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9928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ERRORES Y RECORRIDO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709928" y="3474720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cantidad de cemento es cero, ¿qué debe ocurrir antes de poder mostrar «Pedido guardado»?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709928" y="4133088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Sigue la corrección de datos, la nueva solicitud y el resultado del guardado.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58368" y="4590288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" y="4590288"/>
            <a:ext cx="109728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50976" y="48188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369" y="4949281"/>
            <a:ext cx="306141" cy="30614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09928" y="4700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PANTALLA Y DATOS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709928" y="4956048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dibujar un botón Guardar y un mensaje de éxito no demuestra que se cumplió la historia?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709928" y="5614416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Revisa qué debe ocurrir al consultar después el número asignado.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CIERRE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 en tu respuesta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856232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369" y="1986625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USUARIO Y BENEFICIO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709928" y="1993392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del mesón registra lo solicitado y puede encontrarlo cuando el cliente consulte. Ana Soto es la cliente.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09928" y="26883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64408" y="2651760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bien al usuario permite decidir quién necesita acceso a cada pantalla.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58368" y="3108960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108960"/>
            <a:ext cx="109728" cy="138988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0976" y="3337560"/>
            <a:ext cx="566928" cy="56692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369" y="3467953"/>
            <a:ext cx="306141" cy="3061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9928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ERRORES Y RECORRIDO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709928" y="3474720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señala la cantidad y no se guarda. Tras corregir y volver a pulsar, solo se confirma si el guardado se completa.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09928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264408" y="4133088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también explica cómo se recupera una operación que no pudo continuar.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58368" y="4590288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590288"/>
            <a:ext cx="109728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50976" y="48188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369" y="4949281"/>
            <a:ext cx="306141" cy="30614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09928" y="4700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PANTALLA Y DATOS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709928" y="4956048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dibujo es una intención. El sistema debe guardar y recuperar cliente, productos y cantidades al consultar el número.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709928" y="5650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264408" y="5614416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historia se comprueba con un resultado que conecta pantalla, lógica y almacenamiento.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5" name="Shape 3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8" name="Text 3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pausa-cafe.jpg">    </p:cNvPr>
          <p:cNvPicPr>
            <a:picLocks noChangeAspect="1"/>
          </p:cNvPicPr>
          <p:nvPr/>
        </p:nvPicPr>
        <p:blipFill>
          <a:blip r:embed="rId1"/>
          <a:srcRect l="0" r="0" t="14157" b="14157"/>
          <a:stretch/>
        </p:blipFill>
        <p:spPr>
          <a:xfrm>
            <a:off x="6812280" y="1051560"/>
            <a:ext cx="4721047" cy="5074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 · 09:30 A 09:40</a:t>
            </a:r>
            <a:endParaRPr lang="en-US" sz="1200" dirty="0"/>
          </a:p>
        </p:txBody>
      </p:sp>
      <p:pic>
        <p:nvPicPr>
          <p:cNvPr id="5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8368" y="1280160"/>
            <a:ext cx="1188720" cy="1188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774" y="1553566"/>
            <a:ext cx="641909" cy="6419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8368" y="2697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Pausa</a:t>
            </a:r>
            <a:endParaRPr lang="en-US" sz="5800" dirty="0"/>
          </a:p>
        </p:txBody>
      </p:sp>
      <p:sp>
        <p:nvSpPr>
          <p:cNvPr id="9" name="Text 4"/>
          <p:cNvSpPr/>
          <p:nvPr/>
        </p:nvSpPr>
        <p:spPr>
          <a:xfrm>
            <a:off x="658368" y="3611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minutos</a:t>
            </a:r>
            <a:endParaRPr lang="en-US" sz="2600" dirty="0"/>
          </a:p>
        </p:txBody>
      </p:sp>
      <p:sp>
        <p:nvSpPr>
          <p:cNvPr id="10" name="Shape 5"/>
          <p:cNvSpPr/>
          <p:nvPr/>
        </p:nvSpPr>
        <p:spPr>
          <a:xfrm>
            <a:off x="658368" y="45262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41248" y="468172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054" y="4820534"/>
            <a:ext cx="325892" cy="3258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18488" y="4526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volver: obtener los datos desde la operación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3" name="Shape 14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26" name="Shape 16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29" name="Shape 18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2" name="Text 20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fichero.jpg">    </p:cNvPr>
          <p:cNvPicPr>
            <a:picLocks noChangeAspect="1"/>
          </p:cNvPicPr>
          <p:nvPr/>
        </p:nvPicPr>
        <p:blipFill>
          <a:blip r:embed="rId1"/>
          <a:srcRect l="0" r="0" t="8724" b="8724"/>
          <a:stretch/>
        </p:blipFill>
        <p:spPr>
          <a:xfrm>
            <a:off x="0" y="146304"/>
            <a:ext cx="12191695" cy="67116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solidFill>
            <a:srgbClr val="102A43">
              <a:alpha val="8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09:40 A 10:10 · 30 MINUTOS</a:t>
            </a:r>
            <a:endParaRPr lang="en-US" sz="1200" dirty="0"/>
          </a:p>
        </p:txBody>
      </p:sp>
      <p:pic>
        <p:nvPicPr>
          <p:cNvPr id="6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188720"/>
            <a:ext cx="1097280" cy="1097280"/>
          </a:xfrm>
          <a:prstGeom prst="ellipse">
            <a:avLst/>
          </a:prstGeom>
          <a:solidFill>
            <a:srgbClr val="102A43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658368" y="25146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Obtener los datos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desde la operación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658368" y="4206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 conservar el sistema y a qué pertenece cada dato.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812280" y="1280160"/>
            <a:ext cx="4718304" cy="1920240"/>
          </a:xfrm>
          <a:prstGeom prst="roundRect">
            <a:avLst>
              <a:gd name="adj" fmla="val 3810"/>
            </a:avLst>
          </a:prstGeom>
          <a:solidFill>
            <a:srgbClr val="102A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0" y="15087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2305" y="1660185"/>
            <a:ext cx="355519" cy="3555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63840" y="15087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Datos y tablas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7040880" y="225856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poder recuperarse después, a qué pertenece cada dato y cómo se conectan los registros?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7223760" y="3611880"/>
            <a:ext cx="731520" cy="7315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010" y="3780130"/>
            <a:ext cx="395021" cy="3950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1228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823960" y="3611880"/>
            <a:ext cx="731520" cy="7315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2210" y="3780130"/>
            <a:ext cx="395021" cy="39502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1248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10424160" y="3611880"/>
            <a:ext cx="731520" cy="73152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92410" y="3780130"/>
            <a:ext cx="395021" cy="39502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1268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7" name="Shape 18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0" name="Shape 20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3" name="Shape 22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6" name="Shape 24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9" name="Shape 26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2" name="Text 28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se consulta es lo que se guarda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512064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2A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pedido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2240280"/>
            <a:ext cx="292608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041648" y="2240280"/>
            <a:ext cx="1371600" cy="402336"/>
          </a:xfrm>
          <a:prstGeom prst="rect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32688" y="2926080"/>
            <a:ext cx="45720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3154680"/>
            <a:ext cx="109728" cy="5029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218688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32688" y="3840480"/>
            <a:ext cx="109728" cy="5029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218688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sacos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32688" y="4526280"/>
            <a:ext cx="109728" cy="5029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4526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218688" y="4526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unidades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961888" y="3543300"/>
            <a:ext cx="822960" cy="0"/>
          </a:xfrm>
          <a:prstGeom prst="line">
            <a:avLst/>
          </a:prstGeom>
          <a:noFill/>
          <a:ln w="3302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7013448" y="1691640"/>
            <a:ext cx="4519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CONSERVARSE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013448" y="2148840"/>
            <a:ext cx="777240" cy="7772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2213" y="2327605"/>
            <a:ext cx="419710" cy="41971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019288" y="2148840"/>
            <a:ext cx="351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del pedido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7013448" y="3200400"/>
            <a:ext cx="777240" cy="77724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2213" y="3379165"/>
            <a:ext cx="419710" cy="41971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19288" y="3200400"/>
            <a:ext cx="351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productos pedidos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7013448" y="4251960"/>
            <a:ext cx="777240" cy="7772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2213" y="4430725"/>
            <a:ext cx="419710" cy="41971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19288" y="4251960"/>
            <a:ext cx="3514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cantidad de cada producto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resultados que exige la consulta indican qué información debe guardar el sistema.</a:t>
            </a:r>
            <a:endParaRPr lang="en-US" sz="1650" dirty="0"/>
          </a:p>
        </p:txBody>
      </p:sp>
      <p:sp>
        <p:nvSpPr>
          <p:cNvPr id="33" name="Shape 2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1" name="Text 3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datos y modelo de datos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5120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00200"/>
            <a:ext cx="5120640" cy="1280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011680"/>
            <a:ext cx="1005840" cy="10058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9751" y="2243023"/>
            <a:ext cx="543154" cy="5431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12848" y="20116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datos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978408" y="32461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conjunto organizado de datos que el sistema guarda para consultarlos y modificarlos.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412687" y="1600200"/>
            <a:ext cx="5120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12687" y="1600200"/>
            <a:ext cx="5120640" cy="1280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32727" y="2011680"/>
            <a:ext cx="1005840" cy="100584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4070" y="2243023"/>
            <a:ext cx="543154" cy="5431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67167" y="20116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datos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6732727" y="32461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qué información se necesita y cómo se relaciona.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58368" y="484632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 · el modelo, desde la operación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916168" y="5129784"/>
            <a:ext cx="359359" cy="0"/>
          </a:xfrm>
          <a:prstGeom prst="line">
            <a:avLst/>
          </a:prstGeom>
          <a:noFill/>
          <a:ln w="2794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6412687" y="484632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7780">
            <a:solidFill>
              <a:srgbClr val="102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 · las tablas y sus claves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9" name="Text 28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representa cada dato del ejemplo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21608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REPRESENTA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70648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SE NECESITA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92808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 Soto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511296" y="2194560"/>
            <a:ext cx="182880" cy="0"/>
          </a:xfrm>
          <a:prstGeom prst="line">
            <a:avLst/>
          </a:prstGeom>
          <a:noFill/>
          <a:ln w="1778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767328" y="189280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cliente del pedido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470648" y="1892808"/>
            <a:ext cx="40626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 de quién es y permitir que tenga otros pedidos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3721608" y="2560320"/>
            <a:ext cx="781171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624328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1042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11296" y="2926080"/>
            <a:ext cx="182880" cy="0"/>
          </a:xfrm>
          <a:prstGeom prst="line">
            <a:avLst/>
          </a:prstGeom>
          <a:noFill/>
          <a:ln w="1778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767328" y="262432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pedido concreto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470648" y="2624328"/>
            <a:ext cx="40626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Recuperarlo sin confundirlo con otro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3721608" y="3291840"/>
            <a:ext cx="781171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355848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Cemento · Brocha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511296" y="3657600"/>
            <a:ext cx="182880" cy="0"/>
          </a:xfrm>
          <a:prstGeom prst="line">
            <a:avLst/>
          </a:prstGeom>
          <a:noFill/>
          <a:ln w="1778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3767328" y="335584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que se pueden pedir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470648" y="3355848"/>
            <a:ext cx="40626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Reconocerlos y usarlos en otros pedidos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3721608" y="4023360"/>
            <a:ext cx="781171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4087368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saco · unidad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3511296" y="4389120"/>
            <a:ext cx="182880" cy="0"/>
          </a:xfrm>
          <a:prstGeom prst="line">
            <a:avLst/>
          </a:prstGeom>
          <a:noFill/>
          <a:ln w="1778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3767328" y="408736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unidad de venta de cada producto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7470648" y="4087368"/>
            <a:ext cx="40626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qué representan las cantidades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3721608" y="4754880"/>
            <a:ext cx="781171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4818888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3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3511296" y="5120640"/>
            <a:ext cx="182880" cy="0"/>
          </a:xfrm>
          <a:prstGeom prst="line">
            <a:avLst/>
          </a:prstGeom>
          <a:noFill/>
          <a:ln w="1778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3767328" y="481888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pedido de cada producto en el 1042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7470648" y="4818888"/>
            <a:ext cx="40626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 cuánto pidió en esa operación</a:t>
            </a:r>
            <a:endParaRPr lang="en-US" sz="1550" dirty="0"/>
          </a:p>
        </p:txBody>
      </p:sp>
      <p:sp>
        <p:nvSpPr>
          <p:cNvPr id="33" name="Shape 30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de un producto sirve en muchos pedidos; la cantidad cambia en cada uno.</a:t>
            </a:r>
            <a:endParaRPr lang="en-US" sz="1650" dirty="0"/>
          </a:p>
        </p:txBody>
      </p:sp>
      <p:sp>
        <p:nvSpPr>
          <p:cNvPr id="35" name="Shape 32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3" name="Text 44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 lo que aparece en pantalla se guarda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5120640" cy="3886200"/>
          </a:xfrm>
          <a:prstGeom prst="roundRect">
            <a:avLst>
              <a:gd name="adj" fmla="val 1882"/>
            </a:avLst>
          </a:prstGeom>
          <a:solidFill>
            <a:srgbClr val="E9F6EE"/>
          </a:solidFill>
          <a:ln w="25400">
            <a:solidFill>
              <a:srgbClr val="3FA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" y="1874520"/>
            <a:ext cx="685800" cy="6858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422" y="2032254"/>
            <a:ext cx="370332" cy="3703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01368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guarda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932688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ingresa o elige la persona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32688" y="3154680"/>
            <a:ext cx="2743200" cy="512064"/>
          </a:xfrm>
          <a:prstGeom prst="rect">
            <a:avLst/>
          </a:prstGeom>
          <a:solidFill>
            <a:srgbClr val="FFFFFF"/>
          </a:solidFill>
          <a:ln w="20320">
            <a:solidFill>
              <a:srgbClr val="3FAE6A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32688" y="3794760"/>
            <a:ext cx="2560320" cy="512064"/>
          </a:xfrm>
          <a:prstGeom prst="rect">
            <a:avLst/>
          </a:prstGeom>
          <a:solidFill>
            <a:srgbClr val="FFFFFF"/>
          </a:solidFill>
          <a:ln w="20320">
            <a:solidFill>
              <a:srgbClr val="3FAE6A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75888" y="3794760"/>
            <a:ext cx="914400" cy="512064"/>
          </a:xfrm>
          <a:prstGeom prst="rect">
            <a:avLst/>
          </a:prstGeom>
          <a:solidFill>
            <a:srgbClr val="FFFFFF"/>
          </a:solidFill>
          <a:ln w="20320">
            <a:solidFill>
              <a:srgbClr val="3FAE6A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32688" y="4434840"/>
            <a:ext cx="2560320" cy="512064"/>
          </a:xfrm>
          <a:prstGeom prst="rect">
            <a:avLst/>
          </a:prstGeom>
          <a:solidFill>
            <a:srgbClr val="FFFFFF"/>
          </a:solidFill>
          <a:ln w="20320">
            <a:solidFill>
              <a:srgbClr val="3FAE6A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675888" y="4434840"/>
            <a:ext cx="914400" cy="512064"/>
          </a:xfrm>
          <a:prstGeom prst="rect">
            <a:avLst/>
          </a:prstGeom>
          <a:solidFill>
            <a:srgbClr val="FFFFFF"/>
          </a:solidFill>
          <a:ln w="20320">
            <a:solidFill>
              <a:srgbClr val="3FAE6A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932688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Cliente, productos y cantidades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12687" y="1600200"/>
            <a:ext cx="5120640" cy="3886200"/>
          </a:xfrm>
          <a:prstGeom prst="roundRect">
            <a:avLst>
              <a:gd name="adj" fmla="val 1882"/>
            </a:avLst>
          </a:prstGeom>
          <a:solidFill>
            <a:srgbClr val="F8E4E5"/>
          </a:solidFill>
          <a:ln w="25400">
            <a:solidFill>
              <a:srgbClr val="D62027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6687007" y="1874520"/>
            <a:ext cx="685800" cy="6858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4741" y="2032254"/>
            <a:ext cx="370332" cy="3703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555687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 dato del pedido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687007" y="2880360"/>
            <a:ext cx="2377440" cy="512064"/>
          </a:xfrm>
          <a:prstGeom prst="rect">
            <a:avLst/>
          </a:prstGeom>
          <a:solidFill>
            <a:srgbClr val="D62027"/>
          </a:solidFill>
          <a:ln w="1778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pedido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9247327" y="28803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 una acción</a:t>
            </a:r>
            <a:endParaRPr lang="en-US" sz="15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7007" y="381304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98487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 una cantidad mayor que cero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098487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una validación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Dibujar un botón o un mensaje en el formulario no los convierte en datos del pedido.</a:t>
            </a:r>
            <a:endParaRPr lang="en-US" sz="1650" dirty="0"/>
          </a:p>
        </p:txBody>
      </p:sp>
      <p:sp>
        <p:nvSpPr>
          <p:cNvPr id="28" name="Shape 22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0" name="Shape 30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Entidad, registro, atributo y valor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4343400" y="1837944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 ficha: Brocha · unidad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069080" y="2148840"/>
            <a:ext cx="4206240" cy="2331720"/>
          </a:xfrm>
          <a:prstGeom prst="rect">
            <a:avLst/>
          </a:prstGeom>
          <a:solidFill>
            <a:srgbClr val="FFFFFF"/>
          </a:solidFill>
          <a:ln w="20320">
            <a:solidFill>
              <a:srgbClr val="102A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69080" y="2148840"/>
            <a:ext cx="4206240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1960" y="22860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29768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263640" y="3017520"/>
            <a:ext cx="1783080" cy="457200"/>
          </a:xfrm>
          <a:prstGeom prst="rect">
            <a:avLst/>
          </a:prstGeom>
          <a:solidFill>
            <a:srgbClr val="FBF3DE"/>
          </a:solidFill>
          <a:ln>
            <a:solidFill>
              <a:srgbClr val="FBF3DE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Cemento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29768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de venta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263640" y="3657600"/>
            <a:ext cx="1783080" cy="457200"/>
          </a:xfrm>
          <a:prstGeom prst="rect">
            <a:avLst/>
          </a:prstGeom>
          <a:solidFill>
            <a:srgbClr val="FBF3DE"/>
          </a:solidFill>
          <a:ln>
            <a:solidFill>
              <a:srgbClr val="FBF3DE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saco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8368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8368" y="24688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Producto: el tipo de cosa sobre la que se guarda información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721608" y="2468880"/>
            <a:ext cx="347472" cy="914"/>
          </a:xfrm>
          <a:prstGeom prst="line">
            <a:avLst/>
          </a:prstGeom>
          <a:noFill/>
          <a:ln w="20320">
            <a:solidFill>
              <a:srgbClr val="D6202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05072" y="2404872"/>
            <a:ext cx="128016" cy="12801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" y="3017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8368" y="32918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nombre: una característica que se guarda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721608" y="3246120"/>
            <a:ext cx="347472" cy="914"/>
          </a:xfrm>
          <a:prstGeom prst="line">
            <a:avLst/>
          </a:prstGeom>
          <a:noFill/>
          <a:ln w="20320">
            <a:solidFill>
              <a:srgbClr val="284B7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05072" y="3182112"/>
            <a:ext cx="128016" cy="12801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8368" y="3977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8368" y="42519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ficha: los datos de un caso concreto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721608" y="4160520"/>
            <a:ext cx="347472" cy="914"/>
          </a:xfrm>
          <a:prstGeom prst="line">
            <a:avLst/>
          </a:prstGeom>
          <a:noFill/>
          <a:ln w="20320">
            <a:solidFill>
              <a:srgbClr val="3FAE6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005072" y="4096512"/>
            <a:ext cx="128016" cy="12801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46720" y="3246120"/>
            <a:ext cx="548640" cy="914"/>
          </a:xfrm>
          <a:prstGeom prst="line">
            <a:avLst/>
          </a:prstGeom>
          <a:noFill/>
          <a:ln w="20320">
            <a:solidFill>
              <a:srgbClr val="E0BC5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982712" y="3182112"/>
            <a:ext cx="128016" cy="12801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64108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641080" y="3200400"/>
            <a:ext cx="28922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Cemento: el contenido concreto de ese atributo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 es un caso de Cliente; Cemento, de Producto; el pedido 1042, de Pedido.</a:t>
            </a:r>
            <a:endParaRPr lang="en-US" sz="1650" dirty="0"/>
          </a:p>
        </p:txBody>
      </p:sp>
      <p:sp>
        <p:nvSpPr>
          <p:cNvPr id="33" name="Shape 2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1" name="Text 4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entidades para el registro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34290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00200"/>
            <a:ext cx="3429000" cy="10515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" y="17830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702" y="1940814"/>
            <a:ext cx="370332" cy="3703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886968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a quien corresponde lo solicitado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86968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86968" y="3813048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>
            <a:solidFill>
              <a:srgbClr val="EEF2F6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86968" y="4782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CASO CONCRETO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86968" y="5029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4381348" y="1600200"/>
            <a:ext cx="34290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81348" y="1600200"/>
            <a:ext cx="3429000" cy="10515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09948" y="17830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7682" y="1940814"/>
            <a:ext cx="370332" cy="3703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32908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</a:t>
            </a:r>
            <a:endParaRPr lang="en-US" sz="2500" dirty="0"/>
          </a:p>
        </p:txBody>
      </p:sp>
      <p:sp>
        <p:nvSpPr>
          <p:cNvPr id="21" name="Text 16"/>
          <p:cNvSpPr/>
          <p:nvPr/>
        </p:nvSpPr>
        <p:spPr>
          <a:xfrm>
            <a:off x="4609948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artículo del catálogo de la ferretería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4609948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609948" y="3813048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>
            <a:solidFill>
              <a:srgbClr val="EEF2F6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609948" y="4270248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>
            <a:solidFill>
              <a:srgbClr val="EEF2F6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Unidad de venta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609948" y="4782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CASO CONCRETO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609948" y="5029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 · saco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8104327" y="1600200"/>
            <a:ext cx="34290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104327" y="1600200"/>
            <a:ext cx="3429000" cy="105156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332927" y="17830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90661" y="1940814"/>
            <a:ext cx="370332" cy="3703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55887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</a:t>
            </a:r>
            <a:endParaRPr lang="en-US" sz="2500" dirty="0"/>
          </a:p>
        </p:txBody>
      </p:sp>
      <p:sp>
        <p:nvSpPr>
          <p:cNvPr id="32" name="Text 26"/>
          <p:cNvSpPr/>
          <p:nvPr/>
        </p:nvSpPr>
        <p:spPr>
          <a:xfrm>
            <a:off x="8332927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solicitud concreta de un cliente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8332927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332927" y="3813048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>
            <a:solidFill>
              <a:srgbClr val="EEF2F6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Número de pedido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8332927" y="4782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CASO CONCRETO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8332927" y="5029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900" dirty="0"/>
          </a:p>
        </p:txBody>
      </p:sp>
      <p:sp>
        <p:nvSpPr>
          <p:cNvPr id="37" name="Shape 31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clientes pueden llamarse igual: compartir nombre no los hace la misma persona.</a:t>
            </a:r>
            <a:endParaRPr lang="en-US" sz="1650" dirty="0"/>
          </a:p>
        </p:txBody>
      </p:sp>
      <p:sp>
        <p:nvSpPr>
          <p:cNvPr id="39" name="Shape 33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1" name="Shape 41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4" name="Shape 43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7" name="Text 45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supuesto sobre las unidades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 rot="-360000">
            <a:off x="841248" y="178308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50800">
            <a:solidFill>
              <a:srgbClr val="E0BC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300" kern="0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SUPUESTO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58368" y="31089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producto tiene una unidad de venta definida.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42976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proyecto revisa las unidades que usa su propia operación.</a:t>
            </a:r>
            <a:endParaRPr lang="en-US" sz="1700" dirty="0"/>
          </a:p>
        </p:txBody>
      </p:sp>
      <p:pic>
        <p:nvPicPr>
          <p:cNvPr id="9" name="Image 1" descr="C:\Users\Diego Obando\dev\tpe401-taller-de-proyecto-de-especialidad\clases\semana-03\03\ppt\source\assets\sacos-cemento-recorte.jpg">    </p:cNvPr>
          <p:cNvPicPr>
            <a:picLocks noChangeAspect="1"/>
          </p:cNvPicPr>
          <p:nvPr/>
        </p:nvPicPr>
        <p:blipFill>
          <a:blip r:embed="rId3"/>
          <a:srcRect l="14706" r="14706" t="0" b="0"/>
          <a:stretch/>
        </p:blipFill>
        <p:spPr>
          <a:xfrm>
            <a:off x="4956048" y="1600200"/>
            <a:ext cx="3291840" cy="3108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56048" y="4709160"/>
            <a:ext cx="3291840" cy="7772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84648" y="4709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922008" y="489204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saco</a:t>
            </a:r>
            <a:endParaRPr lang="en-US" sz="1600" dirty="0"/>
          </a:p>
        </p:txBody>
      </p:sp>
      <p:pic>
        <p:nvPicPr>
          <p:cNvPr id="13" name="Image 2" descr="C:\Users\Diego Obando\dev\tpe401-taller-de-proyecto-de-especialidad\clases\semana-03\03\ppt\source\assets\brochas-recorte.jpg">    </p:cNvPr>
          <p:cNvPicPr>
            <a:picLocks noChangeAspect="1"/>
          </p:cNvPicPr>
          <p:nvPr/>
        </p:nvPicPr>
        <p:blipFill>
          <a:blip r:embed="rId4"/>
          <a:srcRect l="1990" r="1990" t="0" b="0"/>
          <a:stretch/>
        </p:blipFill>
        <p:spPr>
          <a:xfrm>
            <a:off x="8522208" y="1600200"/>
            <a:ext cx="3291840" cy="31089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522208" y="4709160"/>
            <a:ext cx="3291840" cy="7772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750808" y="4709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0488168" y="489204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unidad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supuesto cambia, cambian los atributos del producto.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7" name="Text 2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¿A qué pertenece la cantidad?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agrega un segundo pedido ficticio de Ana Soto, el 1043.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58368" y="2148840"/>
            <a:ext cx="420624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148840"/>
            <a:ext cx="4206240" cy="5029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24942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5296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N.º 1042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86968" y="2697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Cliente: Ana Soto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68096" y="3063240"/>
            <a:ext cx="3986784" cy="384048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86968" y="306324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845613" y="3063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394253" y="3063240"/>
            <a:ext cx="13331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86968" y="348386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845613" y="34838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394253" y="3483864"/>
            <a:ext cx="13331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27087" y="2148840"/>
            <a:ext cx="420624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27087" y="2148840"/>
            <a:ext cx="4206240" cy="5029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1679" y="224942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94015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N.º 1043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555687" y="2697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Cliente: Ana Soto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7436815" y="3063240"/>
            <a:ext cx="3986784" cy="384048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555687" y="306324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514332" y="3063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0062972" y="3063240"/>
            <a:ext cx="13331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5410048" y="2377440"/>
            <a:ext cx="1371600" cy="137160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6400" dirty="0"/>
          </a:p>
        </p:txBody>
      </p:sp>
      <p:sp>
        <p:nvSpPr>
          <p:cNvPr id="29" name="Text 24"/>
          <p:cNvSpPr/>
          <p:nvPr/>
        </p:nvSpPr>
        <p:spPr>
          <a:xfrm>
            <a:off x="4724248" y="3886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producto, dos cantidades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658368" y="4983480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comparación sirve para leer los dos pedidos; todavía no es la propuesta de tablas.</a:t>
            </a:r>
            <a:endParaRPr lang="en-US" sz="1550" dirty="0"/>
          </a:p>
        </p:txBody>
      </p:sp>
      <p:sp>
        <p:nvSpPr>
          <p:cNvPr id="31" name="Shape 26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1043 identifica otra operación; el 5 es la cantidad pedida en ella.</a:t>
            </a:r>
            <a:endParaRPr lang="en-US" sz="1650" dirty="0"/>
          </a:p>
        </p:txBody>
      </p:sp>
      <p:sp>
        <p:nvSpPr>
          <p:cNvPr id="33" name="Shape 28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1" name="Text 40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la cantidad fuera un dato de Producto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20116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1042 · 2 sacos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" y="38404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1043 · 5 sacos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447288" y="2377440"/>
            <a:ext cx="713232" cy="868680"/>
          </a:xfrm>
          <a:prstGeom prst="line">
            <a:avLst/>
          </a:prstGeom>
          <a:noFill/>
          <a:ln w="2794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 flipV="1">
            <a:off x="3447288" y="3429000"/>
            <a:ext cx="713232" cy="777240"/>
          </a:xfrm>
          <a:prstGeom prst="line">
            <a:avLst/>
          </a:prstGeom>
          <a:noFill/>
          <a:ln w="2794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206240" y="2103120"/>
            <a:ext cx="3749040" cy="2514600"/>
          </a:xfrm>
          <a:prstGeom prst="rect">
            <a:avLst/>
          </a:prstGeom>
          <a:solidFill>
            <a:srgbClr val="FFFFFF"/>
          </a:solidFill>
          <a:ln w="2032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2103120"/>
            <a:ext cx="3749040" cy="5943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840" y="2103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· Cemento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3484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pedida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217920" y="2971800"/>
            <a:ext cx="1508760" cy="502920"/>
          </a:xfrm>
          <a:prstGeom prst="rect">
            <a:avLst/>
          </a:prstGeom>
          <a:solidFill>
            <a:srgbClr val="F8E4E5"/>
          </a:solidFill>
          <a:ln w="2540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 →  5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4434840" y="3703320"/>
            <a:ext cx="640080" cy="6400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2058" y="3850538"/>
            <a:ext cx="345643" cy="34564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3703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sola casilla: el 5 borra el 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366760" y="2103120"/>
            <a:ext cx="316656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podrían representar a la vez los 2 sacos del pedido 1042 y los 5 del pedido 1043.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cantidad no es una característica general del producto: depende de cada pedido.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9" name="Text 2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cantidad vive en la línea de pedido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 de pedido o detalle de pedido: </a:t>
            </a:r>
            <a:r>
              <a:rPr lang="en-US" sz="19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aparición de un producto dentro de un pedido.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20116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1042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43434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1043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430207" y="20116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Brocha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30207" y="43434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Cemento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00600" y="2121408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Brocha · 3 unidades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00600" y="3310128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Cemento · 2 sacos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00600" y="4453128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Cemento · 5 sacos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761488" y="2423160"/>
            <a:ext cx="2039112" cy="914"/>
          </a:xfrm>
          <a:prstGeom prst="line">
            <a:avLst/>
          </a:prstGeom>
          <a:noFill/>
          <a:ln w="2286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06640" y="2423160"/>
            <a:ext cx="2023567" cy="914"/>
          </a:xfrm>
          <a:prstGeom prst="line">
            <a:avLst/>
          </a:prstGeom>
          <a:noFill/>
          <a:ln w="22860">
            <a:solidFill>
              <a:srgbClr val="52606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61488" y="2606040"/>
            <a:ext cx="2039112" cy="1005840"/>
          </a:xfrm>
          <a:prstGeom prst="line">
            <a:avLst/>
          </a:prstGeom>
          <a:noFill/>
          <a:ln w="22860">
            <a:solidFill>
              <a:srgbClr val="5260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0" y="3611880"/>
            <a:ext cx="2023567" cy="960120"/>
          </a:xfrm>
          <a:prstGeom prst="line">
            <a:avLst/>
          </a:prstGeom>
          <a:noFill/>
          <a:ln w="22860">
            <a:solidFill>
              <a:srgbClr val="5260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61488" y="4754880"/>
            <a:ext cx="2039112" cy="914"/>
          </a:xfrm>
          <a:prstGeom prst="line">
            <a:avLst/>
          </a:prstGeom>
          <a:noFill/>
          <a:ln w="22860">
            <a:solidFill>
              <a:srgbClr val="5260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6640" y="4754880"/>
            <a:ext cx="2023567" cy="914"/>
          </a:xfrm>
          <a:prstGeom prst="line">
            <a:avLst/>
          </a:prstGeom>
          <a:noFill/>
          <a:ln w="22860">
            <a:solidFill>
              <a:srgbClr val="5260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cantidad pertenece a la relación entre un pedido y un producto.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relación se pregunta en los dos sentidos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Relación: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vinculan las entidades.   </a:t>
            </a: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Cardinalidad: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cuántos casos de una pueden vincularse con un caso de otra.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207008" y="2743200"/>
            <a:ext cx="1645920" cy="16459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5570" y="3121762"/>
            <a:ext cx="888797" cy="8887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4480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9338767" y="2743200"/>
            <a:ext cx="1645920" cy="164592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7329" y="3121762"/>
            <a:ext cx="888797" cy="8887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38767" y="4480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3127248" y="3246120"/>
            <a:ext cx="5937199" cy="0"/>
          </a:xfrm>
          <a:prstGeom prst="line">
            <a:avLst/>
          </a:prstGeom>
          <a:noFill/>
          <a:ln w="3302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4" name="Text 9"/>
          <p:cNvSpPr/>
          <p:nvPr/>
        </p:nvSpPr>
        <p:spPr>
          <a:xfrm>
            <a:off x="3127248" y="2697480"/>
            <a:ext cx="5937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¿Cuántos pedidos puede tener un cliente?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3127248" y="3931920"/>
            <a:ext cx="5937199" cy="0"/>
          </a:xfrm>
          <a:prstGeom prst="line">
            <a:avLst/>
          </a:prstGeom>
          <a:noFill/>
          <a:ln w="33020">
            <a:solidFill>
              <a:srgbClr val="284B75"/>
            </a:solidFill>
            <a:prstDash val="solid"/>
            <a:headEnd type="triangle"/>
          </a:ln>
        </p:spPr>
      </p:sp>
      <p:sp>
        <p:nvSpPr>
          <p:cNvPr id="16" name="Text 11"/>
          <p:cNvSpPr/>
          <p:nvPr/>
        </p:nvSpPr>
        <p:spPr>
          <a:xfrm>
            <a:off x="3127248" y="4023360"/>
            <a:ext cx="5937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 cuántos clientes corresponde un pedido?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relación queda clara solo cuando se responden las dos preguntas.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7" name="Text 2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 y Pedido: uno a muchos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1024128" y="2560320"/>
            <a:ext cx="1463040" cy="14630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0627" y="2896819"/>
            <a:ext cx="790042" cy="7900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852160" y="21488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1042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 flipV="1">
            <a:off x="2487168" y="2532888"/>
            <a:ext cx="3364992" cy="758952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52160" y="3520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1043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2487168" y="3291840"/>
            <a:ext cx="3364992" cy="612648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52160" y="48920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8F3EC"/>
          </a:solidFill>
          <a:ln w="17780">
            <a:solidFill>
              <a:srgbClr val="284B75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ninguno todavía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2487168" y="3291840"/>
            <a:ext cx="3364992" cy="1874520"/>
          </a:xfrm>
          <a:prstGeom prst="line">
            <a:avLst/>
          </a:prstGeom>
          <a:noFill/>
          <a:ln w="19050">
            <a:solidFill>
              <a:srgbClr val="D8CF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95360" y="1828800"/>
            <a:ext cx="2937967" cy="54864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UNO A MUCHOS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640080" cy="6400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42578" y="2844698"/>
            <a:ext cx="345643" cy="3456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0" y="2606040"/>
            <a:ext cx="21150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cliente puede estar registrado sin pedidos o tener varios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8595360" y="3931920"/>
            <a:ext cx="640080" cy="64008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2578" y="4079138"/>
            <a:ext cx="345643" cy="3456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18320" y="3840480"/>
            <a:ext cx="21150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pedido guardado corresponde a un solo cliente</a:t>
            </a:r>
            <a:endParaRPr lang="en-US" sz="1650" dirty="0"/>
          </a:p>
        </p:txBody>
      </p:sp>
      <p:sp>
        <p:nvSpPr>
          <p:cNvPr id="22" name="Shape 16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 está vinculada a los pedidos 1042 y 1043: una cliente, dos pedidos.</a:t>
            </a:r>
            <a:endParaRPr lang="en-US" sz="1650" dirty="0"/>
          </a:p>
        </p:txBody>
      </p:sp>
      <p:sp>
        <p:nvSpPr>
          <p:cNvPr id="24" name="Shape 18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2" name="Text 30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y Producto: muchos a muchos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20574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1042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" y="38862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1043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230368" y="20574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Brocha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30368" y="38862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Cemento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44368" y="2441448"/>
            <a:ext cx="2286000" cy="914"/>
          </a:xfrm>
          <a:prstGeom prst="line">
            <a:avLst/>
          </a:prstGeom>
          <a:noFill/>
          <a:ln w="27940">
            <a:solidFill>
              <a:srgbClr val="52606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44368" y="2560320"/>
            <a:ext cx="2286000" cy="1600200"/>
          </a:xfrm>
          <a:prstGeom prst="line">
            <a:avLst/>
          </a:prstGeom>
          <a:noFill/>
          <a:ln w="27940">
            <a:solidFill>
              <a:srgbClr val="526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44368" y="4270248"/>
            <a:ext cx="2286000" cy="914"/>
          </a:xfrm>
          <a:prstGeom prst="line">
            <a:avLst/>
          </a:prstGeom>
          <a:noFill/>
          <a:ln w="27940">
            <a:solidFill>
              <a:srgbClr val="52606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27848" y="1828800"/>
            <a:ext cx="3605479" cy="54864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MUCHOS A MUCHOS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27848" y="2697480"/>
            <a:ext cx="640080" cy="64008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5066" y="2844698"/>
            <a:ext cx="345643" cy="3456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50808" y="2606040"/>
            <a:ext cx="2782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pedido guardado incluye uno o varios productos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7927848" y="3931920"/>
            <a:ext cx="640080" cy="64008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5066" y="4079138"/>
            <a:ext cx="345643" cy="3456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50808" y="3840480"/>
            <a:ext cx="2782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producto puede no aparecer todavía en pedidos o aparecer en varios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658368" y="4983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1042 tiene dos productos. Cemento aparece en el 1042 y en el 1043.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relación, con una cantidad propia en cada línea, es la que pide un detalle de pedido.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1" name="Text 30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Cuántos: el mínimo también importa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«Uno a muchos» y «muchos a muchos» resumen los máximos. También hay que decir el mínimo.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704527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LEE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47688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99248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750808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2286000"/>
            <a:ext cx="1087495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04527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o más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41248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de un cliente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779008" y="237744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30568" y="237744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882128" y="237744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933688" y="237744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…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704527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Exactamente 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1248" y="3063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de un pedido guardado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779008" y="3154680"/>
            <a:ext cx="548640" cy="5486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30568" y="315468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882128" y="3154680"/>
            <a:ext cx="548640" cy="5486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933688" y="3154680"/>
            <a:ext cx="548640" cy="5486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…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8368" y="3840480"/>
            <a:ext cx="1087495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04527" y="3840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o más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41248" y="3840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de un pedido guardado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779008" y="3931920"/>
            <a:ext cx="548640" cy="5486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30568" y="393192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882128" y="393192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933688" y="393192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…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704527" y="4617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o más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841248" y="4617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en que aparece un producto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779008" y="470916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830568" y="470916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882128" y="470916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933688" y="4709160"/>
            <a:ext cx="548640" cy="548640"/>
          </a:xfrm>
          <a:prstGeom prst="ellipse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…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607247" y="5440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Azul: cantidades permitidas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formulario vacío es un borrador en pantalla, no un pedido guardado válido.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9" name="Text 50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datos de prueba confirman las reglas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73352"/>
            <a:ext cx="658368" cy="65836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793" y="1824777"/>
            <a:ext cx="355519" cy="3555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7048" y="16002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 está en los pedidos 1042 y 1043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27048" y="2011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cliente, dos pedidos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58368" y="2633472"/>
            <a:ext cx="658368" cy="65836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793" y="2784897"/>
            <a:ext cx="355519" cy="3555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27048" y="2560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pedido 1042 incluye Cemento y Brocha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1527048" y="29718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pedido, dos productos distintos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58368" y="3593592"/>
            <a:ext cx="658368" cy="65836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793" y="3745017"/>
            <a:ext cx="355519" cy="3555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27048" y="35204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 aparece en el 1042 y en el 1043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1527048" y="393192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producto, dos pedidos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58368" y="4553712"/>
            <a:ext cx="658368" cy="65836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9793" y="4705137"/>
            <a:ext cx="355519" cy="35551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27048" y="44805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línea conserva su propia cantidad</a:t>
            </a:r>
            <a:endParaRPr lang="en-US" sz="1900" dirty="0"/>
          </a:p>
        </p:txBody>
      </p:sp>
      <p:sp>
        <p:nvSpPr>
          <p:cNvPr id="21" name="Text 14"/>
          <p:cNvSpPr/>
          <p:nvPr/>
        </p:nvSpPr>
        <p:spPr>
          <a:xfrm>
            <a:off x="1527048" y="48920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2 del 1042 no se mezclan con los 5 del 1043</a:t>
            </a:r>
            <a:endParaRPr lang="en-US" sz="1600" dirty="0"/>
          </a:p>
        </p:txBody>
      </p:sp>
      <p:pic>
        <p:nvPicPr>
          <p:cNvPr id="22" name="Image 5" descr="C:\Users\Diego Obando\dev\tpe401-taller-de-proyecto-de-especialidad\clases\semana-03\03\ppt\source\assets\sacos-cemento-recorte.jpg">    </p:cNvPr>
          <p:cNvPicPr>
            <a:picLocks noChangeAspect="1"/>
          </p:cNvPicPr>
          <p:nvPr/>
        </p:nvPicPr>
        <p:blipFill>
          <a:blip r:embed="rId11"/>
          <a:srcRect l="0" r="0" t="5100" b="5100"/>
          <a:stretch/>
        </p:blipFill>
        <p:spPr>
          <a:xfrm>
            <a:off x="7562088" y="1600200"/>
            <a:ext cx="3971239" cy="237744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562088" y="3977640"/>
            <a:ext cx="3971239" cy="1508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7790688" y="4206240"/>
            <a:ext cx="868680" cy="86868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400" dirty="0"/>
          </a:p>
        </p:txBody>
      </p:sp>
      <p:sp>
        <p:nvSpPr>
          <p:cNvPr id="25" name="Text 17"/>
          <p:cNvSpPr/>
          <p:nvPr/>
        </p:nvSpPr>
        <p:spPr>
          <a:xfrm>
            <a:off x="8842248" y="4023360"/>
            <a:ext cx="255391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sacos son dos unidades de venta, no dos productos distintos.</a:t>
            </a:r>
            <a:endParaRPr lang="en-US" sz="1700" dirty="0"/>
          </a:p>
        </p:txBody>
      </p:sp>
      <p:sp>
        <p:nvSpPr>
          <p:cNvPr id="26" name="Shape 1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de prueba ayudan a descubrir lo que necesita el modelo antes de construir tablas.</a:t>
            </a:r>
            <a:endParaRPr lang="en-US" sz="1650" dirty="0"/>
          </a:p>
        </p:txBody>
      </p:sp>
      <p:sp>
        <p:nvSpPr>
          <p:cNvPr id="28" name="Shape 2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0" name="Shape 2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3" name="Shape 3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6" name="Text 3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pantalla no es una entidad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5120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PANTALLA USA VARIAS ENTIDADES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12687" y="1600200"/>
            <a:ext cx="5120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87007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ENTIDAD APARECE EN VARIAS PANTALLAS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32688" y="33375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0320">
            <a:solidFill>
              <a:srgbClr val="102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 de registro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767328" y="233172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 flipV="1">
            <a:off x="2944368" y="2660904"/>
            <a:ext cx="822960" cy="1088136"/>
          </a:xfrm>
          <a:prstGeom prst="line">
            <a:avLst/>
          </a:prstGeom>
          <a:noFill/>
          <a:ln w="2032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767328" y="324612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 flipV="1">
            <a:off x="2944368" y="3575304"/>
            <a:ext cx="822960" cy="173736"/>
          </a:xfrm>
          <a:prstGeom prst="line">
            <a:avLst/>
          </a:prstGeom>
          <a:noFill/>
          <a:ln w="2032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3767328" y="416052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944368" y="3749040"/>
            <a:ext cx="822960" cy="740664"/>
          </a:xfrm>
          <a:prstGeom prst="line">
            <a:avLst/>
          </a:prstGeom>
          <a:noFill/>
          <a:ln w="2032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430207" y="33375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1042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687007" y="23774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02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Confirmación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698687" y="2743200"/>
            <a:ext cx="731520" cy="1005840"/>
          </a:xfrm>
          <a:prstGeom prst="line">
            <a:avLst/>
          </a:prstGeom>
          <a:noFill/>
          <a:ln w="2032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6687007" y="4297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02A4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 flipV="1">
            <a:off x="8698687" y="3749040"/>
            <a:ext cx="731520" cy="914400"/>
          </a:xfrm>
          <a:prstGeom prst="line">
            <a:avLst/>
          </a:prstGeom>
          <a:noFill/>
          <a:ln w="2032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658368" y="5212080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justificar una entidad: qué representa, qué datos conserva y en qué operación se usa.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Encontrar una palabra en el relato es solo una pista, no una entidad.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equipo-mesa.jpg">    </p:cNvPr>
          <p:cNvPicPr>
            <a:picLocks noChangeAspect="1"/>
          </p:cNvPicPr>
          <p:nvPr/>
        </p:nvPicPr>
        <p:blipFill>
          <a:blip r:embed="rId1"/>
          <a:srcRect l="0" r="0" t="8724" b="8724"/>
          <a:stretch/>
        </p:blipFill>
        <p:spPr>
          <a:xfrm>
            <a:off x="0" y="146304"/>
            <a:ext cx="12191695" cy="67116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solidFill>
            <a:srgbClr val="102A43">
              <a:alpha val="8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TRABAJO EN EQUIPO</a:t>
            </a:r>
            <a:endParaRPr lang="en-US" sz="1200" dirty="0"/>
          </a:p>
        </p:txBody>
      </p:sp>
      <p:pic>
        <p:nvPicPr>
          <p:cNvPr id="6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9144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en tu proyecto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58368" y="17830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min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58368" y="2651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 la estación 5 al recorrido y los bocetos del Bloque 2.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58368" y="3611880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61" y="3742273"/>
            <a:ext cx="306141" cy="3061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89888" y="3593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389888" y="384962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Entidades, atributos, relaciones y sus cantidades, con dos casos ficticios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58368" y="43616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761" y="4492081"/>
            <a:ext cx="306141" cy="3061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89888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389888" y="45994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la clase, sección 3.4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58368" y="5111496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761" y="5241889"/>
            <a:ext cx="306141" cy="30614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89888" y="5093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UN SEGUNDO CASO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389888" y="5349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reutilice información: otro pedido, otro servicio, otra entrega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7" name="Shape 25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0" name="Text 27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CIERRE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comprobación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856232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369" y="1986625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ENTIDAD, ATRIBUTO Y VALOR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709928" y="1993392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dato «Producto: Cemento», ¿qué representa Producto y qué representa Cemento? ¿Dónde se ubica su unidad de venta?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09928" y="2651760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Separa el tipo de cosa que se registra, la característica y su contenido concreto.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58368" y="3108960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8368" y="3108960"/>
            <a:ext cx="109728" cy="138988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976" y="3337560"/>
            <a:ext cx="566928" cy="56692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369" y="3467953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9928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CANTIDAD POR OPERACIÓN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709928" y="3474720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no basta con guardar la cantidad solicitada como un dato general de Cemento?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709928" y="4133088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Compara los 2 sacos del pedido 1042 con los 5 sacos del pedido 1043.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58368" y="4590288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" y="4590288"/>
            <a:ext cx="109728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50976" y="48188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369" y="4949281"/>
            <a:ext cx="306141" cy="30614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09928" y="4700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RELACIONES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709928" y="4956048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datos del ejemplo permiten afirmar que Pedido y Producto se relacionan de muchos a muchos?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709928" y="5614416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Revisa cuántos productos tiene un pedido y en cuántos pedidos aparece Cemento.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CIERRE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 en tu respuesta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856232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369" y="1986625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ENTIDAD, ATRIBUTO Y VALOR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709928" y="1993392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es la entidad; nombre y unidad de venta son atributos; Cemento y saco son valores de ese registro.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09928" y="26883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64408" y="2651760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el concepto de sus valores permite describir un catálogo sin una entidad por artículo.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58368" y="3108960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108960"/>
            <a:ext cx="109728" cy="138988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0976" y="3337560"/>
            <a:ext cx="566928" cy="56692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369" y="3467953"/>
            <a:ext cx="306141" cy="3061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9928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CANTIDAD POR OPERACIÓN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709928" y="3474720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 tiene cantidad 2 en un pedido y 5 en otro: la cantidad pertenece a cada línea entre un pedido y ese producto.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09928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264408" y="4133088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dato de una relación no debe reemplazar la información general de una entidad.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58368" y="4590288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590288"/>
            <a:ext cx="109728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50976" y="48188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369" y="4949281"/>
            <a:ext cx="306141" cy="30614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09928" y="4700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RELACIONES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709928" y="4956048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pedido 1042 incluye dos productos, y Cemento aparece en los pedidos 1042 y 1043.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709928" y="5650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264408" y="5614416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relación se revisa en ambos sentidos, no solo desde lo que muestra un formulario.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5" name="Shape 3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8" name="Text 3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planilla.jpg">    </p:cNvPr>
          <p:cNvPicPr>
            <a:picLocks noChangeAspect="1"/>
          </p:cNvPicPr>
          <p:nvPr/>
        </p:nvPicPr>
        <p:blipFill>
          <a:blip r:embed="rId1"/>
          <a:srcRect l="0" r="0" t="31644" b="31644"/>
          <a:stretch/>
        </p:blipFill>
        <p:spPr>
          <a:xfrm>
            <a:off x="0" y="146304"/>
            <a:ext cx="12191695" cy="67116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solidFill>
            <a:srgbClr val="102A43">
              <a:alpha val="8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10:10 A 10:40 · 30 MINUTOS</a:t>
            </a:r>
            <a:endParaRPr lang="en-US" sz="1200" dirty="0"/>
          </a:p>
        </p:txBody>
      </p:sp>
      <p:pic>
        <p:nvPicPr>
          <p:cNvPr id="6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188720"/>
            <a:ext cx="1097280" cy="1097280"/>
          </a:xfrm>
          <a:prstGeom prst="ellipse">
            <a:avLst/>
          </a:prstGeom>
          <a:solidFill>
            <a:srgbClr val="52606D"/>
          </a:solidFill>
          <a:ln>
            <a:solidFill>
              <a:srgbClr val="52606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658368" y="25146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Proponer tablas 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comprobar el diseño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658368" y="4206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guardan los datos y cómo se prueba que vuelven completos.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812280" y="1280160"/>
            <a:ext cx="4718304" cy="1783080"/>
          </a:xfrm>
          <a:prstGeom prst="roundRect">
            <a:avLst>
              <a:gd name="adj" fmla="val 4103"/>
            </a:avLst>
          </a:prstGeom>
          <a:solidFill>
            <a:srgbClr val="102A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0" y="15087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2305" y="1660185"/>
            <a:ext cx="355519" cy="3555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63840" y="15087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Datos y tablas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7040880" y="22585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poder recuperarse después, a qué pertenece cada dato y cómo se conectan los registros?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812280" y="3291840"/>
            <a:ext cx="4718304" cy="1783080"/>
          </a:xfrm>
          <a:prstGeom prst="roundRect">
            <a:avLst>
              <a:gd name="adj" fmla="val 4103"/>
            </a:avLst>
          </a:prstGeom>
          <a:solidFill>
            <a:srgbClr val="102A43"/>
          </a:solidFill>
          <a:ln w="25400">
            <a:solidFill>
              <a:srgbClr val="52606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040880" y="3520440"/>
            <a:ext cx="658368" cy="658368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2305" y="3671865"/>
            <a:ext cx="355519" cy="3555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63840" y="35204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· Prueba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7040880" y="42702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datos concretos, ¿se guarda y se recupera lo que exige la historia?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tabla: filas y columnas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relacional: </a:t>
            </a:r>
            <a:r>
              <a:rPr lang="en-US" sz="19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se organizan en tablas que se conectan mediante claves.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24128" y="2514600"/>
            <a:ext cx="60350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4128" y="2514600"/>
            <a:ext cx="6035040" cy="5486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856" y="26609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1328" y="2514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1024128" y="3063240"/>
            <a:ext cx="603504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97280" y="3063240"/>
            <a:ext cx="2062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269894" y="3063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080406" y="3063240"/>
            <a:ext cx="1942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unidad_venta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1042416" y="3566160"/>
            <a:ext cx="5998464" cy="502920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3566160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288182" y="35661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098694" y="3566160"/>
            <a:ext cx="1923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1024128" y="3566160"/>
            <a:ext cx="60350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15568" y="4069080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3288182" y="40690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5098694" y="4069080"/>
            <a:ext cx="1923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1024128" y="4069080"/>
            <a:ext cx="60350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15030" y="3063240"/>
            <a:ext cx="1773936" cy="914"/>
          </a:xfrm>
          <a:prstGeom prst="line">
            <a:avLst/>
          </a:prstGeom>
          <a:noFill/>
          <a:ln w="38100">
            <a:solidFill>
              <a:srgbClr val="284B7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15030" y="4553712"/>
            <a:ext cx="1773936" cy="914"/>
          </a:xfrm>
          <a:prstGeom prst="line">
            <a:avLst/>
          </a:prstGeom>
          <a:noFill/>
          <a:ln w="38100">
            <a:solidFill>
              <a:srgbClr val="284B7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15030" y="3063240"/>
            <a:ext cx="914" cy="1490472"/>
          </a:xfrm>
          <a:prstGeom prst="line">
            <a:avLst/>
          </a:prstGeom>
          <a:noFill/>
          <a:ln w="38100">
            <a:solidFill>
              <a:srgbClr val="284B7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988966" y="3063240"/>
            <a:ext cx="914" cy="1490472"/>
          </a:xfrm>
          <a:prstGeom prst="line">
            <a:avLst/>
          </a:prstGeom>
          <a:noFill/>
          <a:ln w="38100">
            <a:solidFill>
              <a:srgbClr val="284B7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 flipV="1">
            <a:off x="4101998" y="2148840"/>
            <a:ext cx="914" cy="932688"/>
          </a:xfrm>
          <a:prstGeom prst="line">
            <a:avLst/>
          </a:prstGeom>
          <a:noFill/>
          <a:ln w="20320">
            <a:solidFill>
              <a:srgbClr val="284B7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273198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COLUMNA: UN DATO DE LA ESTRUCTURA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7059168" y="3817620"/>
            <a:ext cx="411480" cy="914"/>
          </a:xfrm>
          <a:prstGeom prst="line">
            <a:avLst/>
          </a:prstGeom>
          <a:noFill/>
          <a:ln w="20320">
            <a:solidFill>
              <a:srgbClr val="D6202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562088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562088" y="3703320"/>
            <a:ext cx="39712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registro: los datos de un producto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562088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562088" y="4800600"/>
            <a:ext cx="39712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Reúne registros con la misma estructura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entidad Producto del Bloque 3 se traduce en una tabla con identificador, nombre y unidad.</a:t>
            </a:r>
            <a:endParaRPr lang="en-US" sz="1650" dirty="0"/>
          </a:p>
        </p:txBody>
      </p:sp>
      <p:sp>
        <p:nvSpPr>
          <p:cNvPr id="37" name="Shape 33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5" name="Text 45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primaria: identifica cada fila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91640"/>
            <a:ext cx="512064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5120640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96" y="18470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691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58368" y="2258568"/>
            <a:ext cx="5120640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243230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0976" y="2258568"/>
            <a:ext cx="18214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2882189" y="2258568"/>
            <a:ext cx="286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49808" y="2807208"/>
            <a:ext cx="20226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2900477" y="2807208"/>
            <a:ext cx="284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58368" y="2807208"/>
            <a:ext cx="51206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49808" y="3355848"/>
            <a:ext cx="20226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900477" y="3355848"/>
            <a:ext cx="284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58368" y="3355848"/>
            <a:ext cx="51206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6656" y="2258568"/>
            <a:ext cx="2114093" cy="914"/>
          </a:xfrm>
          <a:prstGeom prst="line">
            <a:avLst/>
          </a:prstGeom>
          <a:noFill/>
          <a:ln w="38100">
            <a:solidFill>
              <a:srgbClr val="E0BC5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6656" y="3886200"/>
            <a:ext cx="2114093" cy="914"/>
          </a:xfrm>
          <a:prstGeom prst="line">
            <a:avLst/>
          </a:prstGeom>
          <a:noFill/>
          <a:ln w="38100">
            <a:solidFill>
              <a:srgbClr val="E0BC5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" y="2258568"/>
            <a:ext cx="914" cy="1627632"/>
          </a:xfrm>
          <a:prstGeom prst="line">
            <a:avLst/>
          </a:prstGeom>
          <a:noFill/>
          <a:ln w="38100">
            <a:solidFill>
              <a:srgbClr val="E0BC5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90749" y="2258568"/>
            <a:ext cx="914" cy="1627632"/>
          </a:xfrm>
          <a:prstGeom prst="line">
            <a:avLst/>
          </a:prstGeom>
          <a:noFill/>
          <a:ln w="38100">
            <a:solidFill>
              <a:srgbClr val="E0BC5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8368" y="40873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hubiera dos clientes llamados Ana Soto, la clave primaria los distinguiría.</a:t>
            </a:r>
            <a:endParaRPr lang="en-US" sz="1550" dirty="0"/>
          </a:p>
        </p:txBody>
      </p:sp>
      <p:sp>
        <p:nvSpPr>
          <p:cNvPr id="25" name="Shape 20"/>
          <p:cNvSpPr/>
          <p:nvPr/>
        </p:nvSpPr>
        <p:spPr>
          <a:xfrm>
            <a:off x="6327648" y="1691640"/>
            <a:ext cx="822960" cy="8229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6929" y="1880921"/>
            <a:ext cx="444398" cy="44439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33488" y="1691640"/>
            <a:ext cx="4199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id_cliente identifica a cada cliente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6327648" y="2834640"/>
            <a:ext cx="548640" cy="5486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3835" y="2960827"/>
            <a:ext cx="296266" cy="29626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04888" y="2834640"/>
            <a:ext cx="4428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valor no se repite dentro de la tabla</a:t>
            </a:r>
            <a:endParaRPr lang="en-US" sz="1750" dirty="0"/>
          </a:p>
        </p:txBody>
      </p:sp>
      <p:sp>
        <p:nvSpPr>
          <p:cNvPr id="31" name="Shape 24"/>
          <p:cNvSpPr/>
          <p:nvPr/>
        </p:nvSpPr>
        <p:spPr>
          <a:xfrm>
            <a:off x="6327648" y="3611880"/>
            <a:ext cx="548640" cy="5486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53835" y="3738067"/>
            <a:ext cx="296266" cy="29626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04888" y="3611880"/>
            <a:ext cx="4428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estar presente en cada fila</a:t>
            </a:r>
            <a:endParaRPr lang="en-US" sz="1750" dirty="0"/>
          </a:p>
        </p:txBody>
      </p:sp>
      <p:sp>
        <p:nvSpPr>
          <p:cNvPr id="34" name="Shape 26"/>
          <p:cNvSpPr/>
          <p:nvPr/>
        </p:nvSpPr>
        <p:spPr>
          <a:xfrm>
            <a:off x="6327648" y="4526280"/>
            <a:ext cx="5205679" cy="960120"/>
          </a:xfrm>
          <a:prstGeom prst="roundRect">
            <a:avLst>
              <a:gd name="adj" fmla="val 7619"/>
            </a:avLst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556248" y="4526280"/>
            <a:ext cx="47484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significa identificador. El guion bajo de </a:t>
            </a:r>
            <a:r>
              <a:rPr lang="en-US" sz="155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separa palabras en el nombre.</a:t>
            </a:r>
            <a:endParaRPr lang="en-US" sz="1550" dirty="0"/>
          </a:p>
        </p:txBody>
      </p:sp>
      <p:sp>
        <p:nvSpPr>
          <p:cNvPr id="36" name="Shape 2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ejemplo, numero_pedido cumple el mismo papel en la tabla pedido.</a:t>
            </a:r>
            <a:endParaRPr lang="en-US" sz="1650" dirty="0"/>
          </a:p>
        </p:txBody>
      </p:sp>
      <p:sp>
        <p:nvSpPr>
          <p:cNvPr id="38" name="Shape 3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7" name="Shape 3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0" name="Shape 3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3" name="Shape 4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6" name="Text 4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foránea: apunta a otra tabla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828800"/>
            <a:ext cx="402336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828800"/>
            <a:ext cx="4023360" cy="54864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96" y="19751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58368" y="2377440"/>
            <a:ext cx="4023360" cy="475488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251460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0976" y="237744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44368" y="251460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163824" y="23774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676656" y="2852928"/>
            <a:ext cx="3986784" cy="475488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49808" y="285292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2962656" y="285292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658368" y="2852928"/>
            <a:ext cx="40233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49808" y="332841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1043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2962656" y="332841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658368" y="3328416"/>
            <a:ext cx="40233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875727" y="1828800"/>
            <a:ext cx="365760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875727" y="1828800"/>
            <a:ext cx="3657600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85455" y="19751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32927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7875727" y="2377440"/>
            <a:ext cx="3657600" cy="475488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48879" y="2514600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168335" y="237744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9485071" y="23774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650" dirty="0"/>
          </a:p>
        </p:txBody>
      </p:sp>
      <p:sp>
        <p:nvSpPr>
          <p:cNvPr id="30" name="Shape 22"/>
          <p:cNvSpPr/>
          <p:nvPr/>
        </p:nvSpPr>
        <p:spPr>
          <a:xfrm>
            <a:off x="7894015" y="2852928"/>
            <a:ext cx="3621024" cy="475488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967167" y="285292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9503359" y="285292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800" dirty="0"/>
          </a:p>
        </p:txBody>
      </p:sp>
      <p:sp>
        <p:nvSpPr>
          <p:cNvPr id="33" name="Shape 25"/>
          <p:cNvSpPr/>
          <p:nvPr/>
        </p:nvSpPr>
        <p:spPr>
          <a:xfrm>
            <a:off x="7875727" y="2852928"/>
            <a:ext cx="365760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681728" y="3090672"/>
            <a:ext cx="3193999" cy="914"/>
          </a:xfrm>
          <a:prstGeom prst="line">
            <a:avLst/>
          </a:prstGeom>
          <a:noFill/>
          <a:ln w="3302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35" name="Text 27"/>
          <p:cNvSpPr/>
          <p:nvPr/>
        </p:nvSpPr>
        <p:spPr>
          <a:xfrm>
            <a:off x="5638648" y="2523744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8F3EC"/>
          </a:solidFill>
          <a:ln>
            <a:solidFill>
              <a:srgbClr val="F8F3E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apunta a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58368" y="4005072"/>
            <a:ext cx="10874959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6968" y="4233672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35608" y="4005072"/>
            <a:ext cx="98691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pedido.id_cliente</a:t>
            </a: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se lee «la columna id_cliente de la tabla pedido». Guarda a qué cliente corresponde el pedido.</a:t>
            </a:r>
            <a:endParaRPr lang="en-US" sz="1700" dirty="0"/>
          </a:p>
        </p:txBody>
      </p:sp>
      <p:sp>
        <p:nvSpPr>
          <p:cNvPr id="39" name="Shape 30"/>
          <p:cNvSpPr/>
          <p:nvPr/>
        </p:nvSpPr>
        <p:spPr>
          <a:xfrm>
            <a:off x="658368" y="4983480"/>
            <a:ext cx="548640" cy="5486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4555" y="5109667"/>
            <a:ext cx="296266" cy="29626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435608" y="4983480"/>
            <a:ext cx="10051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referencia debe apuntar a un cliente que exista.</a:t>
            </a:r>
            <a:endParaRPr lang="en-US" sz="1750" dirty="0"/>
          </a:p>
        </p:txBody>
      </p:sp>
      <p:sp>
        <p:nvSpPr>
          <p:cNvPr id="42" name="Shape 32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punto separa la tabla de la columna: tabla.columna.</a:t>
            </a:r>
            <a:endParaRPr lang="en-US" sz="1650" dirty="0"/>
          </a:p>
        </p:txBody>
      </p:sp>
      <p:sp>
        <p:nvSpPr>
          <p:cNvPr id="44" name="Shape 3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7" name="Shape 3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50" name="Shape 3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3" name="Shape 4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6" name="Shape 4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9" name="Shape 4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62" name="Text 4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tablas conectadas por claves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45920"/>
            <a:ext cx="2377440" cy="1435608"/>
          </a:xfrm>
          <a:prstGeom prst="rect">
            <a:avLst/>
          </a:prstGeom>
          <a:solidFill>
            <a:srgbClr val="FFFFFF"/>
          </a:solidFill>
          <a:ln w="2286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45920"/>
            <a:ext cx="2377440" cy="5029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96" y="22951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19456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68096" y="26151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90874" y="1645920"/>
            <a:ext cx="2377440" cy="1435608"/>
          </a:xfrm>
          <a:prstGeom prst="rect">
            <a:avLst/>
          </a:prstGeom>
          <a:solidFill>
            <a:srgbClr val="FFFFFF"/>
          </a:solidFill>
          <a:ln w="22860">
            <a:solidFill>
              <a:srgbClr val="284B7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90874" y="1645920"/>
            <a:ext cx="2377440" cy="5029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28034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0602" y="229514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38346" y="219456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00602" y="271576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38346" y="2615184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323381" y="1645920"/>
            <a:ext cx="2377440" cy="1856232"/>
          </a:xfrm>
          <a:prstGeom prst="rect">
            <a:avLst/>
          </a:prstGeom>
          <a:solidFill>
            <a:srgbClr val="FFFFFF"/>
          </a:solidFill>
          <a:ln w="22860">
            <a:solidFill>
              <a:srgbClr val="3FAE6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323381" y="1645920"/>
            <a:ext cx="2377440" cy="50292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60541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detalle_pedido</a:t>
            </a:r>
            <a:endParaRPr lang="en-US" sz="15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3109" y="2295144"/>
            <a:ext cx="219456" cy="219456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70853" y="2295144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08597" y="219456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12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33109" y="2715768"/>
            <a:ext cx="219456" cy="219456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70853" y="2715768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08597" y="2615184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6433109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9155887" y="1645920"/>
            <a:ext cx="2377440" cy="1856232"/>
          </a:xfrm>
          <a:prstGeom prst="rect">
            <a:avLst/>
          </a:prstGeom>
          <a:solidFill>
            <a:srgbClr val="FFFFFF"/>
          </a:solidFill>
          <a:ln w="22860">
            <a:solidFill>
              <a:srgbClr val="E0BC5A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9155887" y="1645920"/>
            <a:ext cx="2377440" cy="5029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9293047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</a:t>
            </a:r>
            <a:endParaRPr lang="en-US" sz="15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65615" y="2295144"/>
            <a:ext cx="219456" cy="21945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503359" y="219456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9265615" y="26151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250" dirty="0"/>
          </a:p>
        </p:txBody>
      </p:sp>
      <p:sp>
        <p:nvSpPr>
          <p:cNvPr id="35" name="Text 24"/>
          <p:cNvSpPr/>
          <p:nvPr/>
        </p:nvSpPr>
        <p:spPr>
          <a:xfrm>
            <a:off x="9265615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unidad_venta</a:t>
            </a:r>
            <a:endParaRPr lang="en-US" sz="1250" dirty="0"/>
          </a:p>
        </p:txBody>
      </p:sp>
      <p:sp>
        <p:nvSpPr>
          <p:cNvPr id="36" name="Shape 25"/>
          <p:cNvSpPr/>
          <p:nvPr/>
        </p:nvSpPr>
        <p:spPr>
          <a:xfrm>
            <a:off x="3035808" y="2404872"/>
            <a:ext cx="455066" cy="42062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3072384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3216554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400" dirty="0"/>
          </a:p>
        </p:txBody>
      </p:sp>
      <p:sp>
        <p:nvSpPr>
          <p:cNvPr id="39" name="Shape 28"/>
          <p:cNvSpPr/>
          <p:nvPr/>
        </p:nvSpPr>
        <p:spPr>
          <a:xfrm>
            <a:off x="5868314" y="2404872"/>
            <a:ext cx="455066" cy="91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90489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0"/>
          <p:cNvSpPr/>
          <p:nvPr/>
        </p:nvSpPr>
        <p:spPr>
          <a:xfrm>
            <a:off x="6049061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 flipV="1">
            <a:off x="8700821" y="2404872"/>
            <a:ext cx="455066" cy="42062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8737397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8881567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45" name="Shape 34"/>
          <p:cNvSpPr/>
          <p:nvPr/>
        </p:nvSpPr>
        <p:spPr>
          <a:xfrm>
            <a:off x="658368" y="3840480"/>
            <a:ext cx="10874959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D8CFC4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2688" y="4114800"/>
            <a:ext cx="384048" cy="38404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481328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primaria</a:t>
            </a:r>
            <a:endParaRPr lang="en-US" sz="1700" dirty="0"/>
          </a:p>
        </p:txBody>
      </p:sp>
      <p:sp>
        <p:nvSpPr>
          <p:cNvPr id="48" name="Text 36"/>
          <p:cNvSpPr/>
          <p:nvPr/>
        </p:nvSpPr>
        <p:spPr>
          <a:xfrm>
            <a:off x="1481328" y="4407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cada fila</a:t>
            </a:r>
            <a:endParaRPr lang="en-US" sz="15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407408" y="4114800"/>
            <a:ext cx="384048" cy="384048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4956048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foránea</a:t>
            </a:r>
            <a:endParaRPr lang="en-US" sz="1700" dirty="0"/>
          </a:p>
        </p:txBody>
      </p:sp>
      <p:sp>
        <p:nvSpPr>
          <p:cNvPr id="51" name="Text 38"/>
          <p:cNvSpPr/>
          <p:nvPr/>
        </p:nvSpPr>
        <p:spPr>
          <a:xfrm>
            <a:off x="4956048" y="4407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Apunta a una fila de otra tabla</a:t>
            </a:r>
            <a:endParaRPr lang="en-US" sz="150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882128" y="4114800"/>
            <a:ext cx="384048" cy="384048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8430768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— N</a:t>
            </a:r>
            <a:endParaRPr lang="en-US" sz="1700" dirty="0"/>
          </a:p>
        </p:txBody>
      </p:sp>
      <p:sp>
        <p:nvSpPr>
          <p:cNvPr id="54" name="Text 40"/>
          <p:cNvSpPr/>
          <p:nvPr/>
        </p:nvSpPr>
        <p:spPr>
          <a:xfrm>
            <a:off x="8430768" y="4407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Uno a muchos</a:t>
            </a:r>
            <a:endParaRPr lang="en-US" sz="1500" dirty="0"/>
          </a:p>
        </p:txBody>
      </p:sp>
      <p:sp>
        <p:nvSpPr>
          <p:cNvPr id="55" name="Text 41"/>
          <p:cNvSpPr/>
          <p:nvPr/>
        </p:nvSpPr>
        <p:spPr>
          <a:xfrm>
            <a:off x="932688" y="4800600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columnas con las dos marcas son a la vez parte de la clave y referencia a otra tabla.</a:t>
            </a:r>
            <a:endParaRPr lang="en-US" sz="1450" dirty="0"/>
          </a:p>
        </p:txBody>
      </p:sp>
      <p:sp>
        <p:nvSpPr>
          <p:cNvPr id="56" name="Text 42"/>
          <p:cNvSpPr/>
          <p:nvPr/>
        </p:nvSpPr>
        <p:spPr>
          <a:xfrm>
            <a:off x="932688" y="5120640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Tipos: identificadores como números enteros; nombres y unidades como texto; cantidad como número mayor que cero.</a:t>
            </a:r>
            <a:endParaRPr lang="en-US" sz="1450" dirty="0"/>
          </a:p>
        </p:txBody>
      </p:sp>
      <p:sp>
        <p:nvSpPr>
          <p:cNvPr id="57" name="Shape 43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detalle_pedido conecta pedidos y productos, y guarda la cantidad de cada vínculo.</a:t>
            </a:r>
            <a:endParaRPr lang="en-US" sz="1650" dirty="0"/>
          </a:p>
        </p:txBody>
      </p:sp>
      <p:sp>
        <p:nvSpPr>
          <p:cNvPr id="59" name="Shape 45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62" name="Shape 47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65" name="Shape 49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68" name="Shape 51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71" name="Shape 53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72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74" name="Shape 55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75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76" name="Text 56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77" name="Text 57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compuesta: dos columnas juntas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78308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584448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224528" y="17830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967728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607808" y="1783080"/>
            <a:ext cx="3925519" cy="822960"/>
          </a:xfrm>
          <a:prstGeom prst="roundRect">
            <a:avLst>
              <a:gd name="adj" fmla="val 8889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línea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8368" y="2971800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EEF2F6"/>
          </a:solidFill>
          <a:ln>
            <a:solidFill>
              <a:srgbClr val="EEF2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1042, 10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715768" y="29718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 del primer pedido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8368" y="3657600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EEF2F6"/>
          </a:solidFill>
          <a:ln>
            <a:solidFill>
              <a:srgbClr val="EEF2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1043, 10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715768" y="36576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 del segundo pedido: otra fila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 rot="-240000">
            <a:off x="7836408" y="2926080"/>
            <a:ext cx="346831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284B7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DIDÁCTICA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607808" y="3657600"/>
            <a:ext cx="392551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producto aparece una sola vez por pedido. Si se pide más, se cambia su cantidad.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58368" y="4983480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equipo revisa esta regla antes de adoptarla en su caso.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Compartir id_producto no convierte dos líneas en la misma fila.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dos pedidos guardados en tablas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2834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572768"/>
            <a:ext cx="2834640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96" y="166420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5727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58368" y="2011680"/>
            <a:ext cx="2834640" cy="3657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209397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0976" y="2011680"/>
            <a:ext cx="8613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070" dirty="0"/>
          </a:p>
        </p:txBody>
      </p:sp>
      <p:sp>
        <p:nvSpPr>
          <p:cNvPr id="13" name="Text 8"/>
          <p:cNvSpPr/>
          <p:nvPr/>
        </p:nvSpPr>
        <p:spPr>
          <a:xfrm>
            <a:off x="1922069" y="2011680"/>
            <a:ext cx="15343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749808" y="2377440"/>
            <a:ext cx="10625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940357" y="2377440"/>
            <a:ext cx="15160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8368" y="2377440"/>
            <a:ext cx="28346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721608" y="1572768"/>
            <a:ext cx="31089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21608" y="1572768"/>
            <a:ext cx="3108960" cy="43891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31336" y="166420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78808" y="15727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3721608" y="2011680"/>
            <a:ext cx="3108960" cy="3657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94760" y="2093976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14216" y="201168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11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04688" y="209397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724144" y="201168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3813048" y="237744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522976" y="237744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721608" y="2377440"/>
            <a:ext cx="31089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813048" y="274320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1043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522976" y="27432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3721608" y="2743200"/>
            <a:ext cx="31089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059168" y="1572768"/>
            <a:ext cx="4474159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059168" y="1572768"/>
            <a:ext cx="4474159" cy="438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68896" y="1664208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16368" y="1572768"/>
            <a:ext cx="39255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</a:t>
            </a:r>
            <a:endParaRPr lang="en-US" sz="1500" dirty="0"/>
          </a:p>
        </p:txBody>
      </p:sp>
      <p:sp>
        <p:nvSpPr>
          <p:cNvPr id="36" name="Shape 27"/>
          <p:cNvSpPr/>
          <p:nvPr/>
        </p:nvSpPr>
        <p:spPr>
          <a:xfrm>
            <a:off x="7059168" y="2011680"/>
            <a:ext cx="4474159" cy="3657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32320" y="2093976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351776" y="2011680"/>
            <a:ext cx="12815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8743017" y="2011680"/>
            <a:ext cx="12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10085265" y="2011680"/>
            <a:ext cx="14114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unidad_venta</a:t>
            </a:r>
            <a:endParaRPr lang="en-US" sz="1150" dirty="0"/>
          </a:p>
        </p:txBody>
      </p:sp>
      <p:sp>
        <p:nvSpPr>
          <p:cNvPr id="41" name="Text 31"/>
          <p:cNvSpPr/>
          <p:nvPr/>
        </p:nvSpPr>
        <p:spPr>
          <a:xfrm>
            <a:off x="7150608" y="2377440"/>
            <a:ext cx="14826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8761305" y="2377440"/>
            <a:ext cx="12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10103553" y="2377440"/>
            <a:ext cx="1393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7059168" y="2377440"/>
            <a:ext cx="4474159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7150608" y="2743200"/>
            <a:ext cx="14826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8761305" y="2743200"/>
            <a:ext cx="12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10103553" y="2743200"/>
            <a:ext cx="1393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7059168" y="2743200"/>
            <a:ext cx="4474159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58368" y="3566160"/>
            <a:ext cx="48463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658368" y="3566160"/>
            <a:ext cx="4846320" cy="43891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8096" y="3657600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115568" y="35661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detalle_pedido</a:t>
            </a:r>
            <a:endParaRPr lang="en-US" sz="1500" dirty="0"/>
          </a:p>
        </p:txBody>
      </p:sp>
      <p:sp>
        <p:nvSpPr>
          <p:cNvPr id="53" name="Shape 42"/>
          <p:cNvSpPr/>
          <p:nvPr/>
        </p:nvSpPr>
        <p:spPr>
          <a:xfrm>
            <a:off x="658368" y="4005072"/>
            <a:ext cx="4846320" cy="3657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1520" y="4087368"/>
            <a:ext cx="201168" cy="201168"/>
          </a:xfrm>
          <a:prstGeom prst="rect">
            <a:avLst/>
          </a:prstGeom>
        </p:spPr>
      </p:pic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0976" y="4087368"/>
            <a:ext cx="201168" cy="201168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1170432" y="4005072"/>
            <a:ext cx="13414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1150" dirty="0"/>
          </a:p>
        </p:txBody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21585" y="4087368"/>
            <a:ext cx="201168" cy="201168"/>
          </a:xfrm>
          <a:prstGeom prst="rect">
            <a:avLst/>
          </a:prstGeom>
        </p:spPr>
      </p:pic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41041" y="4087368"/>
            <a:ext cx="201168" cy="201168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3060497" y="4005072"/>
            <a:ext cx="11960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150" dirty="0"/>
          </a:p>
        </p:txBody>
      </p:sp>
      <p:sp>
        <p:nvSpPr>
          <p:cNvPr id="60" name="Text 45"/>
          <p:cNvSpPr/>
          <p:nvPr/>
        </p:nvSpPr>
        <p:spPr>
          <a:xfrm>
            <a:off x="4366260" y="4005072"/>
            <a:ext cx="11018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1150" dirty="0"/>
          </a:p>
        </p:txBody>
      </p:sp>
      <p:sp>
        <p:nvSpPr>
          <p:cNvPr id="61" name="Text 46"/>
          <p:cNvSpPr/>
          <p:nvPr/>
        </p:nvSpPr>
        <p:spPr>
          <a:xfrm>
            <a:off x="749808" y="4370832"/>
            <a:ext cx="17620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300" dirty="0"/>
          </a:p>
        </p:txBody>
      </p:sp>
      <p:sp>
        <p:nvSpPr>
          <p:cNvPr id="62" name="Text 47"/>
          <p:cNvSpPr/>
          <p:nvPr/>
        </p:nvSpPr>
        <p:spPr>
          <a:xfrm>
            <a:off x="2639873" y="4370832"/>
            <a:ext cx="1616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300" dirty="0"/>
          </a:p>
        </p:txBody>
      </p:sp>
      <p:sp>
        <p:nvSpPr>
          <p:cNvPr id="63" name="Text 48"/>
          <p:cNvSpPr/>
          <p:nvPr/>
        </p:nvSpPr>
        <p:spPr>
          <a:xfrm>
            <a:off x="4384548" y="4370832"/>
            <a:ext cx="108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64" name="Shape 49"/>
          <p:cNvSpPr/>
          <p:nvPr/>
        </p:nvSpPr>
        <p:spPr>
          <a:xfrm>
            <a:off x="658368" y="4370832"/>
            <a:ext cx="484632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749808" y="4736592"/>
            <a:ext cx="17620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300" dirty="0"/>
          </a:p>
        </p:txBody>
      </p:sp>
      <p:sp>
        <p:nvSpPr>
          <p:cNvPr id="66" name="Text 51"/>
          <p:cNvSpPr/>
          <p:nvPr/>
        </p:nvSpPr>
        <p:spPr>
          <a:xfrm>
            <a:off x="2639873" y="4736592"/>
            <a:ext cx="1616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300" dirty="0"/>
          </a:p>
        </p:txBody>
      </p:sp>
      <p:sp>
        <p:nvSpPr>
          <p:cNvPr id="67" name="Text 52"/>
          <p:cNvSpPr/>
          <p:nvPr/>
        </p:nvSpPr>
        <p:spPr>
          <a:xfrm>
            <a:off x="4384548" y="4736592"/>
            <a:ext cx="108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68" name="Shape 53"/>
          <p:cNvSpPr/>
          <p:nvPr/>
        </p:nvSpPr>
        <p:spPr>
          <a:xfrm>
            <a:off x="658368" y="4736592"/>
            <a:ext cx="484632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69" name="Text 54"/>
          <p:cNvSpPr/>
          <p:nvPr/>
        </p:nvSpPr>
        <p:spPr>
          <a:xfrm>
            <a:off x="749808" y="5102352"/>
            <a:ext cx="17620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1043</a:t>
            </a:r>
            <a:endParaRPr lang="en-US" sz="1300" dirty="0"/>
          </a:p>
        </p:txBody>
      </p:sp>
      <p:sp>
        <p:nvSpPr>
          <p:cNvPr id="70" name="Text 55"/>
          <p:cNvSpPr/>
          <p:nvPr/>
        </p:nvSpPr>
        <p:spPr>
          <a:xfrm>
            <a:off x="2639873" y="5102352"/>
            <a:ext cx="1616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300" dirty="0"/>
          </a:p>
        </p:txBody>
      </p:sp>
      <p:sp>
        <p:nvSpPr>
          <p:cNvPr id="71" name="Text 56"/>
          <p:cNvSpPr/>
          <p:nvPr/>
        </p:nvSpPr>
        <p:spPr>
          <a:xfrm>
            <a:off x="4384548" y="5102352"/>
            <a:ext cx="108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72" name="Shape 57"/>
          <p:cNvSpPr/>
          <p:nvPr/>
        </p:nvSpPr>
        <p:spPr>
          <a:xfrm>
            <a:off x="658368" y="5102352"/>
            <a:ext cx="484632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73" name="Shape 58"/>
          <p:cNvSpPr/>
          <p:nvPr/>
        </p:nvSpPr>
        <p:spPr>
          <a:xfrm>
            <a:off x="5870448" y="3566160"/>
            <a:ext cx="5662879" cy="1920240"/>
          </a:xfrm>
          <a:prstGeom prst="roundRect">
            <a:avLst>
              <a:gd name="adj" fmla="val 3810"/>
            </a:avLst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74" name="Text 59"/>
          <p:cNvSpPr/>
          <p:nvPr/>
        </p:nvSpPr>
        <p:spPr>
          <a:xfrm>
            <a:off x="6144768" y="3703320"/>
            <a:ext cx="51142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IDENTIFICADORES DEL EJEMPLO</a:t>
            </a:r>
            <a:endParaRPr lang="en-US" sz="1200" dirty="0"/>
          </a:p>
        </p:txBody>
      </p:sp>
      <p:sp>
        <p:nvSpPr>
          <p:cNvPr id="75" name="Text 60"/>
          <p:cNvSpPr/>
          <p:nvPr/>
        </p:nvSpPr>
        <p:spPr>
          <a:xfrm>
            <a:off x="6144768" y="41148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76" name="Text 61"/>
          <p:cNvSpPr/>
          <p:nvPr/>
        </p:nvSpPr>
        <p:spPr>
          <a:xfrm>
            <a:off x="6784848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600" dirty="0"/>
          </a:p>
        </p:txBody>
      </p:sp>
      <p:sp>
        <p:nvSpPr>
          <p:cNvPr id="77" name="Text 62"/>
          <p:cNvSpPr/>
          <p:nvPr/>
        </p:nvSpPr>
        <p:spPr>
          <a:xfrm>
            <a:off x="7927848" y="41148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700" dirty="0"/>
          </a:p>
        </p:txBody>
      </p:sp>
      <p:sp>
        <p:nvSpPr>
          <p:cNvPr id="78" name="Text 63"/>
          <p:cNvSpPr/>
          <p:nvPr/>
        </p:nvSpPr>
        <p:spPr>
          <a:xfrm>
            <a:off x="8567928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600" dirty="0"/>
          </a:p>
        </p:txBody>
      </p:sp>
      <p:sp>
        <p:nvSpPr>
          <p:cNvPr id="79" name="Text 64"/>
          <p:cNvSpPr/>
          <p:nvPr/>
        </p:nvSpPr>
        <p:spPr>
          <a:xfrm>
            <a:off x="9710928" y="41148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700" dirty="0"/>
          </a:p>
        </p:txBody>
      </p:sp>
      <p:sp>
        <p:nvSpPr>
          <p:cNvPr id="80" name="Text 65"/>
          <p:cNvSpPr/>
          <p:nvPr/>
        </p:nvSpPr>
        <p:spPr>
          <a:xfrm>
            <a:off x="10351008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600" dirty="0"/>
          </a:p>
        </p:txBody>
      </p:sp>
      <p:sp>
        <p:nvSpPr>
          <p:cNvPr id="81" name="Text 66"/>
          <p:cNvSpPr/>
          <p:nvPr/>
        </p:nvSpPr>
        <p:spPr>
          <a:xfrm>
            <a:off x="6144768" y="4754880"/>
            <a:ext cx="51142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identificadores: no son cantidades, precios ni posiciones en una lista.</a:t>
            </a:r>
            <a:endParaRPr lang="en-US" sz="1500" dirty="0"/>
          </a:p>
        </p:txBody>
      </p:sp>
      <p:sp>
        <p:nvSpPr>
          <p:cNvPr id="82" name="Shape 6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3" name="Text 6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 se registra una vez y sus dos pedidos apuntan a ese registro.</a:t>
            </a:r>
            <a:endParaRPr lang="en-US" sz="1650" dirty="0"/>
          </a:p>
        </p:txBody>
      </p:sp>
      <p:sp>
        <p:nvSpPr>
          <p:cNvPr id="84" name="Shape 6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8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86" name="Text 7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87" name="Shape 7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8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89" name="Text 7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90" name="Shape 7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9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92" name="Text 7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93" name="Shape 7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94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95" name="Text 7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96" name="Shape 7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9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98" name="Text 7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99" name="Shape 7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00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101" name="Text 8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102" name="Text 8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Cemento una vez, sus cantidades aparte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783080"/>
            <a:ext cx="5120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783080"/>
            <a:ext cx="5120640" cy="5486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96" y="19293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detalle_pedido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58368" y="2331720"/>
            <a:ext cx="512064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2482596"/>
            <a:ext cx="201168" cy="20116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976" y="248259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0432" y="2331720"/>
            <a:ext cx="14484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5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1385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28570" y="2482596"/>
            <a:ext cx="201168" cy="20116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48026" y="2482596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167482" y="2331720"/>
            <a:ext cx="1294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450" dirty="0"/>
          </a:p>
        </p:txBody>
      </p:sp>
      <p:sp>
        <p:nvSpPr>
          <p:cNvPr id="17" name="Text 9"/>
          <p:cNvSpPr/>
          <p:nvPr/>
        </p:nvSpPr>
        <p:spPr>
          <a:xfrm>
            <a:off x="4572000" y="23317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1450" dirty="0"/>
          </a:p>
        </p:txBody>
      </p:sp>
      <p:sp>
        <p:nvSpPr>
          <p:cNvPr id="18" name="Shape 10"/>
          <p:cNvSpPr/>
          <p:nvPr/>
        </p:nvSpPr>
        <p:spPr>
          <a:xfrm>
            <a:off x="676656" y="2834640"/>
            <a:ext cx="5084064" cy="502920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749808" y="2834640"/>
            <a:ext cx="1869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2746858" y="2834640"/>
            <a:ext cx="17154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4590288" y="28346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658368" y="2834640"/>
            <a:ext cx="51206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49808" y="3337560"/>
            <a:ext cx="1869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2746858" y="3337560"/>
            <a:ext cx="17154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4590288" y="33375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658368" y="3337560"/>
            <a:ext cx="51206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76656" y="3840480"/>
            <a:ext cx="5084064" cy="502920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49808" y="3840480"/>
            <a:ext cx="1869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1043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2746858" y="3840480"/>
            <a:ext cx="17154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590288" y="3840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658368" y="3840480"/>
            <a:ext cx="51206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327087" y="1783080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327087" y="1783080"/>
            <a:ext cx="4206240" cy="5486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36815" y="1929384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784287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</a:t>
            </a:r>
            <a:endParaRPr lang="en-US" sz="1800" dirty="0"/>
          </a:p>
        </p:txBody>
      </p:sp>
      <p:sp>
        <p:nvSpPr>
          <p:cNvPr id="36" name="Shape 27"/>
          <p:cNvSpPr/>
          <p:nvPr/>
        </p:nvSpPr>
        <p:spPr>
          <a:xfrm>
            <a:off x="7327087" y="2331720"/>
            <a:ext cx="420624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00239" y="2482596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619695" y="2331720"/>
            <a:ext cx="1185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9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339" dirty="0"/>
          </a:p>
        </p:txBody>
      </p:sp>
      <p:sp>
        <p:nvSpPr>
          <p:cNvPr id="39" name="Text 29"/>
          <p:cNvSpPr/>
          <p:nvPr/>
        </p:nvSpPr>
        <p:spPr>
          <a:xfrm>
            <a:off x="8914486" y="23317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450" dirty="0"/>
          </a:p>
        </p:txBody>
      </p:sp>
      <p:sp>
        <p:nvSpPr>
          <p:cNvPr id="40" name="Text 30"/>
          <p:cNvSpPr/>
          <p:nvPr/>
        </p:nvSpPr>
        <p:spPr>
          <a:xfrm>
            <a:off x="10176358" y="2331720"/>
            <a:ext cx="1320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7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unidad_venta</a:t>
            </a:r>
            <a:endParaRPr lang="en-US" sz="1367" dirty="0"/>
          </a:p>
        </p:txBody>
      </p:sp>
      <p:sp>
        <p:nvSpPr>
          <p:cNvPr id="41" name="Shape 31"/>
          <p:cNvSpPr/>
          <p:nvPr/>
        </p:nvSpPr>
        <p:spPr>
          <a:xfrm>
            <a:off x="7345375" y="2834640"/>
            <a:ext cx="4169664" cy="502920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7418527" y="283464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8932774" y="283464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600" dirty="0"/>
          </a:p>
        </p:txBody>
      </p:sp>
      <p:sp>
        <p:nvSpPr>
          <p:cNvPr id="44" name="Text 34"/>
          <p:cNvSpPr/>
          <p:nvPr/>
        </p:nvSpPr>
        <p:spPr>
          <a:xfrm>
            <a:off x="10194646" y="2834640"/>
            <a:ext cx="1302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600" dirty="0"/>
          </a:p>
        </p:txBody>
      </p:sp>
      <p:sp>
        <p:nvSpPr>
          <p:cNvPr id="45" name="Shape 35"/>
          <p:cNvSpPr/>
          <p:nvPr/>
        </p:nvSpPr>
        <p:spPr>
          <a:xfrm>
            <a:off x="7327087" y="2834640"/>
            <a:ext cx="42062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7418527" y="333756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600" dirty="0"/>
          </a:p>
        </p:txBody>
      </p:sp>
      <p:sp>
        <p:nvSpPr>
          <p:cNvPr id="47" name="Text 37"/>
          <p:cNvSpPr/>
          <p:nvPr/>
        </p:nvSpPr>
        <p:spPr>
          <a:xfrm>
            <a:off x="8932774" y="333756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600" dirty="0"/>
          </a:p>
        </p:txBody>
      </p:sp>
      <p:sp>
        <p:nvSpPr>
          <p:cNvPr id="48" name="Text 38"/>
          <p:cNvSpPr/>
          <p:nvPr/>
        </p:nvSpPr>
        <p:spPr>
          <a:xfrm>
            <a:off x="10194646" y="3337560"/>
            <a:ext cx="1302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600" dirty="0"/>
          </a:p>
        </p:txBody>
      </p:sp>
      <p:sp>
        <p:nvSpPr>
          <p:cNvPr id="49" name="Shape 39"/>
          <p:cNvSpPr/>
          <p:nvPr/>
        </p:nvSpPr>
        <p:spPr>
          <a:xfrm>
            <a:off x="7327087" y="3337560"/>
            <a:ext cx="420624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5779008" y="3086100"/>
            <a:ext cx="1548079" cy="914"/>
          </a:xfrm>
          <a:prstGeom prst="line">
            <a:avLst/>
          </a:prstGeom>
          <a:noFill/>
          <a:ln w="30480">
            <a:solidFill>
              <a:srgbClr val="E0BC5A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 flipV="1">
            <a:off x="5779008" y="3177540"/>
            <a:ext cx="1548079" cy="914400"/>
          </a:xfrm>
          <a:prstGeom prst="line">
            <a:avLst/>
          </a:prstGeom>
          <a:noFill/>
          <a:ln w="30480">
            <a:solidFill>
              <a:srgbClr val="E0BC5A"/>
            </a:solidFill>
            <a:prstDash val="solid"/>
            <a:tailEnd type="triangle"/>
          </a:ln>
        </p:spPr>
      </p:sp>
      <p:sp>
        <p:nvSpPr>
          <p:cNvPr id="52" name="Shape 42"/>
          <p:cNvSpPr/>
          <p:nvPr/>
        </p:nvSpPr>
        <p:spPr>
          <a:xfrm>
            <a:off x="658368" y="4553712"/>
            <a:ext cx="475488" cy="47548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7730" y="4663074"/>
            <a:ext cx="256764" cy="256764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389888" y="4553712"/>
            <a:ext cx="101434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1042, 10 y 1043, 10 son dos líneas distintas: 2 sacos en un pedido y 5 en el otro</a:t>
            </a:r>
            <a:endParaRPr lang="en-US" sz="1700" dirty="0"/>
          </a:p>
        </p:txBody>
      </p:sp>
      <p:sp>
        <p:nvSpPr>
          <p:cNvPr id="55" name="Shape 44"/>
          <p:cNvSpPr/>
          <p:nvPr/>
        </p:nvSpPr>
        <p:spPr>
          <a:xfrm>
            <a:off x="658368" y="5120640"/>
            <a:ext cx="475488" cy="47548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7730" y="5230002"/>
            <a:ext cx="256764" cy="256764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389888" y="5120640"/>
            <a:ext cx="101434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1042 aparece dos veces en el detalle porque contiene dos productos distintos</a:t>
            </a:r>
            <a:endParaRPr lang="en-US" sz="1700" dirty="0"/>
          </a:p>
        </p:txBody>
      </p:sp>
      <p:sp>
        <p:nvSpPr>
          <p:cNvPr id="58" name="Shape 46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59" name="Text 47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describe el artículo; cada fila de detalle, su cantidad en un pedido.</a:t>
            </a:r>
            <a:endParaRPr lang="en-US" sz="1650" dirty="0"/>
          </a:p>
        </p:txBody>
      </p:sp>
      <p:sp>
        <p:nvSpPr>
          <p:cNvPr id="60" name="Shape 48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63" name="Shape 50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66" name="Shape 52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68" name="Text 53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69" name="Shape 54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71" name="Text 55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72" name="Shape 56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73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74" name="Text 57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75" name="Shape 58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77" name="Text 59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78" name="Text 60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5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Filas de detalle, no columnas de más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4592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8E4E5"/>
          </a:solidFill>
          <a:ln w="20320">
            <a:solidFill>
              <a:srgbClr val="D62027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932688" y="1874520"/>
            <a:ext cx="594360" cy="5943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391" y="2011223"/>
            <a:ext cx="320954" cy="3209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09928" y="1874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Reservar columnas en pedido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32688" y="2788920"/>
            <a:ext cx="114300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32688" y="324612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075688" y="2788920"/>
            <a:ext cx="114300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producto_1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075688" y="324612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18688" y="2788920"/>
            <a:ext cx="114300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producto_2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218688" y="324612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361688" y="2788920"/>
            <a:ext cx="114300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producto_3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361688" y="324612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32688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¿Y si se piden cuatro productos?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32688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queda la cantidad de cada uno?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412687" y="164592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E9F6EE"/>
          </a:solidFill>
          <a:ln w="20320">
            <a:solidFill>
              <a:srgbClr val="3FAE6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87007" y="1874520"/>
            <a:ext cx="594360" cy="5943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3710" y="2011223"/>
            <a:ext cx="320954" cy="32095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64247" y="1874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fila de detalle por producto</a:t>
            </a:r>
            <a:endParaRPr lang="en-US" sz="1900" dirty="0"/>
          </a:p>
        </p:txBody>
      </p:sp>
      <p:sp>
        <p:nvSpPr>
          <p:cNvPr id="24" name="Shape 19"/>
          <p:cNvSpPr/>
          <p:nvPr/>
        </p:nvSpPr>
        <p:spPr>
          <a:xfrm>
            <a:off x="6687007" y="2697480"/>
            <a:ext cx="45720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687007" y="2697480"/>
            <a:ext cx="4572000" cy="43891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6735" y="278892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44207" y="26974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detalle_pedido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6687007" y="3136392"/>
            <a:ext cx="4572000" cy="3657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0159" y="3218688"/>
            <a:ext cx="201168" cy="201168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9615" y="3218688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99071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11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43239" y="3218688"/>
            <a:ext cx="201168" cy="201168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62695" y="3218688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982151" y="3136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10189159" y="3136392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6778447" y="350215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8561527" y="350215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10207447" y="3502152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Shape 29"/>
          <p:cNvSpPr/>
          <p:nvPr/>
        </p:nvSpPr>
        <p:spPr>
          <a:xfrm>
            <a:off x="6687007" y="3502152"/>
            <a:ext cx="457200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6778447" y="386791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8561527" y="386791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10207447" y="3867912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6687007" y="3867912"/>
            <a:ext cx="457200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6687007" y="434340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3FA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otra fila si el pedido crece</a:t>
            </a:r>
            <a:endParaRPr lang="en-US" sz="1500" dirty="0"/>
          </a:p>
        </p:txBody>
      </p:sp>
      <p:sp>
        <p:nvSpPr>
          <p:cNvPr id="45" name="Shape 35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pedido puede tener más o menos líneas sin cambiar la estructura de la tabla.</a:t>
            </a:r>
            <a:endParaRPr lang="en-US" sz="1650" dirty="0"/>
          </a:p>
        </p:txBody>
      </p:sp>
      <p:sp>
        <p:nvSpPr>
          <p:cNvPr id="47" name="Shape 3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50" name="Shape 3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53" name="Shape 4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6" name="Shape 4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9" name="Shape 4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62" name="Shape 4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65" name="Text 4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6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Recuperar el 1042: seguir las referencias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2103120"/>
            <a:ext cx="3611880" cy="1453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2103120"/>
            <a:ext cx="3611880" cy="41148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96" y="21808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58368" y="2514600"/>
            <a:ext cx="3611880" cy="347472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258775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0976" y="2514600"/>
            <a:ext cx="16573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18054" y="258775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937510" y="2514600"/>
            <a:ext cx="12961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76656" y="2862072"/>
            <a:ext cx="3575304" cy="347472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49808" y="2862072"/>
            <a:ext cx="18585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2736342" y="2862072"/>
            <a:ext cx="14973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58368" y="2862072"/>
            <a:ext cx="361188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49808" y="3209544"/>
            <a:ext cx="18585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1043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2736342" y="3209544"/>
            <a:ext cx="14973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58368" y="3209544"/>
            <a:ext cx="361188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590288" y="2103120"/>
            <a:ext cx="3108960" cy="1106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90288" y="2103120"/>
            <a:ext cx="3108960" cy="4114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00016" y="218084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47488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4590288" y="2514600"/>
            <a:ext cx="3108960" cy="347472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3440" y="2587752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882896" y="2514600"/>
            <a:ext cx="9765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969203" y="2514600"/>
            <a:ext cx="16934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608576" y="2862072"/>
            <a:ext cx="3072384" cy="347472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681728" y="2862072"/>
            <a:ext cx="11777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987491" y="2862072"/>
            <a:ext cx="16751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4590288" y="2862072"/>
            <a:ext cx="31089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58368" y="4114800"/>
            <a:ext cx="361188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58368" y="4114800"/>
            <a:ext cx="3611880" cy="41148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8096" y="419252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15568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detalle_pedido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658368" y="4526280"/>
            <a:ext cx="3611880" cy="347472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1520" y="4599432"/>
            <a:ext cx="201168" cy="201168"/>
          </a:xfrm>
          <a:prstGeom prst="rect">
            <a:avLst/>
          </a:prstGeom>
        </p:spPr>
      </p:pic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0976" y="4599432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170432" y="4526280"/>
            <a:ext cx="9683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6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numero_pedido</a:t>
            </a:r>
            <a:endParaRPr lang="en-US" sz="926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48510" y="4599432"/>
            <a:ext cx="201168" cy="201168"/>
          </a:xfrm>
          <a:prstGeom prst="rect">
            <a:avLst/>
          </a:prstGeom>
        </p:spPr>
      </p:pic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467966" y="4599432"/>
            <a:ext cx="201168" cy="20116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2687422" y="4526280"/>
            <a:ext cx="787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890" dirty="0"/>
          </a:p>
        </p:txBody>
      </p:sp>
      <p:sp>
        <p:nvSpPr>
          <p:cNvPr id="45" name="Text 32"/>
          <p:cNvSpPr/>
          <p:nvPr/>
        </p:nvSpPr>
        <p:spPr>
          <a:xfrm>
            <a:off x="3584905" y="4526280"/>
            <a:ext cx="6487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8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1008" dirty="0"/>
          </a:p>
        </p:txBody>
      </p:sp>
      <p:sp>
        <p:nvSpPr>
          <p:cNvPr id="46" name="Shape 33"/>
          <p:cNvSpPr/>
          <p:nvPr/>
        </p:nvSpPr>
        <p:spPr>
          <a:xfrm>
            <a:off x="676656" y="4873752"/>
            <a:ext cx="3575304" cy="347472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749808" y="4873752"/>
            <a:ext cx="13889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200" dirty="0"/>
          </a:p>
        </p:txBody>
      </p:sp>
      <p:sp>
        <p:nvSpPr>
          <p:cNvPr id="48" name="Text 35"/>
          <p:cNvSpPr/>
          <p:nvPr/>
        </p:nvSpPr>
        <p:spPr>
          <a:xfrm>
            <a:off x="2266798" y="4873752"/>
            <a:ext cx="1208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49" name="Text 36"/>
          <p:cNvSpPr/>
          <p:nvPr/>
        </p:nvSpPr>
        <p:spPr>
          <a:xfrm>
            <a:off x="3603193" y="4873752"/>
            <a:ext cx="630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Shape 37"/>
          <p:cNvSpPr/>
          <p:nvPr/>
        </p:nvSpPr>
        <p:spPr>
          <a:xfrm>
            <a:off x="658368" y="4873752"/>
            <a:ext cx="361188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676656" y="5221224"/>
            <a:ext cx="3575304" cy="347472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52" name="Text 39"/>
          <p:cNvSpPr/>
          <p:nvPr/>
        </p:nvSpPr>
        <p:spPr>
          <a:xfrm>
            <a:off x="749808" y="5221224"/>
            <a:ext cx="13889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200" dirty="0"/>
          </a:p>
        </p:txBody>
      </p:sp>
      <p:sp>
        <p:nvSpPr>
          <p:cNvPr id="53" name="Text 40"/>
          <p:cNvSpPr/>
          <p:nvPr/>
        </p:nvSpPr>
        <p:spPr>
          <a:xfrm>
            <a:off x="2266798" y="5221224"/>
            <a:ext cx="1208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sp>
        <p:nvSpPr>
          <p:cNvPr id="54" name="Text 41"/>
          <p:cNvSpPr/>
          <p:nvPr/>
        </p:nvSpPr>
        <p:spPr>
          <a:xfrm>
            <a:off x="3603193" y="5221224"/>
            <a:ext cx="630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Shape 42"/>
          <p:cNvSpPr/>
          <p:nvPr/>
        </p:nvSpPr>
        <p:spPr>
          <a:xfrm>
            <a:off x="658368" y="5221224"/>
            <a:ext cx="361188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56" name="Text 43"/>
          <p:cNvSpPr/>
          <p:nvPr/>
        </p:nvSpPr>
        <p:spPr>
          <a:xfrm>
            <a:off x="749808" y="5568696"/>
            <a:ext cx="13889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1043</a:t>
            </a:r>
            <a:endParaRPr lang="en-US" sz="1200" dirty="0"/>
          </a:p>
        </p:txBody>
      </p:sp>
      <p:sp>
        <p:nvSpPr>
          <p:cNvPr id="57" name="Text 44"/>
          <p:cNvSpPr/>
          <p:nvPr/>
        </p:nvSpPr>
        <p:spPr>
          <a:xfrm>
            <a:off x="2266798" y="5568696"/>
            <a:ext cx="1208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58" name="Text 45"/>
          <p:cNvSpPr/>
          <p:nvPr/>
        </p:nvSpPr>
        <p:spPr>
          <a:xfrm>
            <a:off x="3603193" y="5568696"/>
            <a:ext cx="630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Shape 46"/>
          <p:cNvSpPr/>
          <p:nvPr/>
        </p:nvSpPr>
        <p:spPr>
          <a:xfrm>
            <a:off x="658368" y="5568696"/>
            <a:ext cx="361188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60" name="Shape 47"/>
          <p:cNvSpPr/>
          <p:nvPr/>
        </p:nvSpPr>
        <p:spPr>
          <a:xfrm>
            <a:off x="4590288" y="4114800"/>
            <a:ext cx="3108960" cy="1453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4590288" y="4114800"/>
            <a:ext cx="3108960" cy="4114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700016" y="4192524"/>
            <a:ext cx="256032" cy="256032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5047488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</a:t>
            </a:r>
            <a:endParaRPr lang="en-US" sz="1400" dirty="0"/>
          </a:p>
        </p:txBody>
      </p:sp>
      <p:sp>
        <p:nvSpPr>
          <p:cNvPr id="64" name="Shape 50"/>
          <p:cNvSpPr/>
          <p:nvPr/>
        </p:nvSpPr>
        <p:spPr>
          <a:xfrm>
            <a:off x="4590288" y="4526280"/>
            <a:ext cx="3108960" cy="347472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63440" y="4599432"/>
            <a:ext cx="201168" cy="201168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4882896" y="4526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3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033" dirty="0"/>
          </a:p>
        </p:txBody>
      </p:sp>
      <p:sp>
        <p:nvSpPr>
          <p:cNvPr id="67" name="Text 52"/>
          <p:cNvSpPr/>
          <p:nvPr/>
        </p:nvSpPr>
        <p:spPr>
          <a:xfrm>
            <a:off x="5907024" y="4526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050" dirty="0"/>
          </a:p>
        </p:txBody>
      </p:sp>
      <p:sp>
        <p:nvSpPr>
          <p:cNvPr id="68" name="Text 53"/>
          <p:cNvSpPr/>
          <p:nvPr/>
        </p:nvSpPr>
        <p:spPr>
          <a:xfrm>
            <a:off x="6839712" y="4526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2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unidad_venta</a:t>
            </a:r>
            <a:endParaRPr lang="en-US" sz="852" dirty="0"/>
          </a:p>
        </p:txBody>
      </p:sp>
      <p:sp>
        <p:nvSpPr>
          <p:cNvPr id="69" name="Shape 54"/>
          <p:cNvSpPr/>
          <p:nvPr/>
        </p:nvSpPr>
        <p:spPr>
          <a:xfrm>
            <a:off x="4608576" y="4873752"/>
            <a:ext cx="3072384" cy="347472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4681728" y="487375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71" name="Text 56"/>
          <p:cNvSpPr/>
          <p:nvPr/>
        </p:nvSpPr>
        <p:spPr>
          <a:xfrm>
            <a:off x="5925312" y="48737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200" dirty="0"/>
          </a:p>
        </p:txBody>
      </p:sp>
      <p:sp>
        <p:nvSpPr>
          <p:cNvPr id="72" name="Text 57"/>
          <p:cNvSpPr/>
          <p:nvPr/>
        </p:nvSpPr>
        <p:spPr>
          <a:xfrm>
            <a:off x="6858000" y="48737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200" dirty="0"/>
          </a:p>
        </p:txBody>
      </p:sp>
      <p:sp>
        <p:nvSpPr>
          <p:cNvPr id="73" name="Shape 58"/>
          <p:cNvSpPr/>
          <p:nvPr/>
        </p:nvSpPr>
        <p:spPr>
          <a:xfrm>
            <a:off x="4590288" y="4873752"/>
            <a:ext cx="31089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4608576" y="5221224"/>
            <a:ext cx="3072384" cy="347472"/>
          </a:xfrm>
          <a:prstGeom prst="rect">
            <a:avLst/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sp>
        <p:nvSpPr>
          <p:cNvPr id="75" name="Text 60"/>
          <p:cNvSpPr/>
          <p:nvPr/>
        </p:nvSpPr>
        <p:spPr>
          <a:xfrm>
            <a:off x="4681728" y="522122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sp>
        <p:nvSpPr>
          <p:cNvPr id="76" name="Text 61"/>
          <p:cNvSpPr/>
          <p:nvPr/>
        </p:nvSpPr>
        <p:spPr>
          <a:xfrm>
            <a:off x="5925312" y="522122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200" dirty="0"/>
          </a:p>
        </p:txBody>
      </p:sp>
      <p:sp>
        <p:nvSpPr>
          <p:cNvPr id="77" name="Text 62"/>
          <p:cNvSpPr/>
          <p:nvPr/>
        </p:nvSpPr>
        <p:spPr>
          <a:xfrm>
            <a:off x="6858000" y="522122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200" dirty="0"/>
          </a:p>
        </p:txBody>
      </p:sp>
      <p:sp>
        <p:nvSpPr>
          <p:cNvPr id="78" name="Shape 63"/>
          <p:cNvSpPr/>
          <p:nvPr/>
        </p:nvSpPr>
        <p:spPr>
          <a:xfrm>
            <a:off x="4590288" y="5221224"/>
            <a:ext cx="3108960" cy="0"/>
          </a:xfrm>
          <a:prstGeom prst="line">
            <a:avLst/>
          </a:prstGeom>
          <a:noFill/>
          <a:ln w="9525">
            <a:solidFill>
              <a:srgbClr val="D8CFC4"/>
            </a:solidFill>
            <a:prstDash val="solid"/>
          </a:ln>
        </p:spPr>
      </p:sp>
      <p:sp>
        <p:nvSpPr>
          <p:cNvPr id="79" name="Text 64"/>
          <p:cNvSpPr/>
          <p:nvPr/>
        </p:nvSpPr>
        <p:spPr>
          <a:xfrm>
            <a:off x="658368" y="1591056"/>
            <a:ext cx="457200" cy="45720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80" name="Text 65"/>
          <p:cNvSpPr/>
          <p:nvPr/>
        </p:nvSpPr>
        <p:spPr>
          <a:xfrm>
            <a:off x="4590288" y="1591056"/>
            <a:ext cx="457200" cy="45720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81" name="Text 66"/>
          <p:cNvSpPr/>
          <p:nvPr/>
        </p:nvSpPr>
        <p:spPr>
          <a:xfrm>
            <a:off x="1801368" y="3602736"/>
            <a:ext cx="457200" cy="45720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82" name="Text 67"/>
          <p:cNvSpPr/>
          <p:nvPr/>
        </p:nvSpPr>
        <p:spPr>
          <a:xfrm>
            <a:off x="4590288" y="3602736"/>
            <a:ext cx="457200" cy="45720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700" dirty="0"/>
          </a:p>
        </p:txBody>
      </p:sp>
      <p:sp>
        <p:nvSpPr>
          <p:cNvPr id="83" name="Shape 68"/>
          <p:cNvSpPr/>
          <p:nvPr/>
        </p:nvSpPr>
        <p:spPr>
          <a:xfrm>
            <a:off x="4270248" y="3035808"/>
            <a:ext cx="320040" cy="914"/>
          </a:xfrm>
          <a:prstGeom prst="line">
            <a:avLst/>
          </a:prstGeom>
          <a:noFill/>
          <a:ln w="254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84" name="Shape 69"/>
          <p:cNvSpPr/>
          <p:nvPr/>
        </p:nvSpPr>
        <p:spPr>
          <a:xfrm>
            <a:off x="1572768" y="3566160"/>
            <a:ext cx="914" cy="502920"/>
          </a:xfrm>
          <a:prstGeom prst="line">
            <a:avLst/>
          </a:prstGeom>
          <a:noFill/>
          <a:ln w="254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85" name="Shape 70"/>
          <p:cNvSpPr/>
          <p:nvPr/>
        </p:nvSpPr>
        <p:spPr>
          <a:xfrm>
            <a:off x="4270248" y="5221224"/>
            <a:ext cx="320040" cy="914"/>
          </a:xfrm>
          <a:prstGeom prst="line">
            <a:avLst/>
          </a:prstGeom>
          <a:noFill/>
          <a:ln w="254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86" name="Text 71"/>
          <p:cNvSpPr/>
          <p:nvPr/>
        </p:nvSpPr>
        <p:spPr>
          <a:xfrm>
            <a:off x="7744968" y="1691640"/>
            <a:ext cx="457200" cy="45720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87" name="Text 72"/>
          <p:cNvSpPr/>
          <p:nvPr/>
        </p:nvSpPr>
        <p:spPr>
          <a:xfrm>
            <a:off x="8339328" y="1645920"/>
            <a:ext cx="31939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Encuentra el pedido 1042</a:t>
            </a:r>
            <a:endParaRPr lang="en-US" sz="1600" dirty="0"/>
          </a:p>
        </p:txBody>
      </p:sp>
      <p:sp>
        <p:nvSpPr>
          <p:cNvPr id="88" name="Text 73"/>
          <p:cNvSpPr/>
          <p:nvPr/>
        </p:nvSpPr>
        <p:spPr>
          <a:xfrm>
            <a:off x="7744968" y="2624328"/>
            <a:ext cx="457200" cy="45720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89" name="Text 74"/>
          <p:cNvSpPr/>
          <p:nvPr/>
        </p:nvSpPr>
        <p:spPr>
          <a:xfrm>
            <a:off x="8339328" y="2578608"/>
            <a:ext cx="31939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su id_cliente, que vale 1, y encuentra a Ana Soto</a:t>
            </a:r>
            <a:endParaRPr lang="en-US" sz="1600" dirty="0"/>
          </a:p>
        </p:txBody>
      </p:sp>
      <p:sp>
        <p:nvSpPr>
          <p:cNvPr id="90" name="Text 75"/>
          <p:cNvSpPr/>
          <p:nvPr/>
        </p:nvSpPr>
        <p:spPr>
          <a:xfrm>
            <a:off x="7744968" y="3557016"/>
            <a:ext cx="457200" cy="45720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91" name="Text 76"/>
          <p:cNvSpPr/>
          <p:nvPr/>
        </p:nvSpPr>
        <p:spPr>
          <a:xfrm>
            <a:off x="8339328" y="3511296"/>
            <a:ext cx="31939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Encuentra los detalles del 1042: productos 10 y 20, cantidades 2 y 3</a:t>
            </a:r>
            <a:endParaRPr lang="en-US" sz="1600" dirty="0"/>
          </a:p>
        </p:txBody>
      </p:sp>
      <p:sp>
        <p:nvSpPr>
          <p:cNvPr id="92" name="Text 77"/>
          <p:cNvSpPr/>
          <p:nvPr/>
        </p:nvSpPr>
        <p:spPr>
          <a:xfrm>
            <a:off x="7744968" y="4489704"/>
            <a:ext cx="457200" cy="457200"/>
          </a:xfrm>
          <a:prstGeom prst="ellipse">
            <a:avLst/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700" dirty="0"/>
          </a:p>
        </p:txBody>
      </p:sp>
      <p:sp>
        <p:nvSpPr>
          <p:cNvPr id="93" name="Text 78"/>
          <p:cNvSpPr/>
          <p:nvPr/>
        </p:nvSpPr>
        <p:spPr>
          <a:xfrm>
            <a:off x="8339328" y="4443984"/>
            <a:ext cx="31939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nombre y unidad de esos productos y los muestra junto a cada cantidad</a:t>
            </a:r>
            <a:endParaRPr lang="en-US" sz="1600" dirty="0"/>
          </a:p>
        </p:txBody>
      </p:sp>
      <p:sp>
        <p:nvSpPr>
          <p:cNvPr id="94" name="Text 79"/>
          <p:cNvSpPr/>
          <p:nvPr/>
        </p:nvSpPr>
        <p:spPr>
          <a:xfrm>
            <a:off x="7744968" y="5532120"/>
            <a:ext cx="37883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flecha sigue una clave: así se reconstruye el pedido completo.</a:t>
            </a:r>
            <a:endParaRPr lang="en-US" sz="1450" dirty="0"/>
          </a:p>
        </p:txBody>
      </p:sp>
      <p:sp>
        <p:nvSpPr>
          <p:cNvPr id="95" name="Shape 8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9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97" name="Text 8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98" name="Shape 8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99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100" name="Text 8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101" name="Shape 8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102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103" name="Text 8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104" name="Shape 8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10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106" name="Text 8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107" name="Shape 8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108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109" name="Text 8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110" name="Shape 9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111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112" name="Text 9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113" name="Text 9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6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resultado que debe aparecer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676656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2A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pedido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2240280"/>
            <a:ext cx="384048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56048" y="2240280"/>
            <a:ext cx="1371600" cy="402336"/>
          </a:xfrm>
          <a:prstGeom prst="rect">
            <a:avLst/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32688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984248" y="2971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310128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681728" y="29718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870448" y="2971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932688" y="3355848"/>
            <a:ext cx="621792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3474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984248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310128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81728" y="3474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870448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32688" y="3977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984248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Soto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310128" y="3977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681728" y="39776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870448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32688" y="4709160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cliente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035808" y="4709160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detalle_pedido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38928" y="4709160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producto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790688" y="1645920"/>
            <a:ext cx="777240" cy="7772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9453" y="1824685"/>
            <a:ext cx="419710" cy="41971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750808" y="1645920"/>
            <a:ext cx="27825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Coincide con la historia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7790688" y="2606040"/>
            <a:ext cx="37426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de aceptación pedía recuperar el cliente, los productos y las cantidades guardadas.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7790688" y="3977640"/>
            <a:ext cx="3742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columna del resultado viene de una tabla distinta.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combina las tablas mediante sus claves para armar lo que muestra la pantalla.</a:t>
            </a:r>
            <a:endParaRPr lang="en-US" sz="1650" dirty="0"/>
          </a:p>
        </p:txBody>
      </p:sp>
      <p:sp>
        <p:nvSpPr>
          <p:cNvPr id="36" name="Shape 32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1" name="Shape 42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4" name="Text 44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6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una consulta SQL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SQL: </a:t>
            </a:r>
            <a:r>
              <a:rPr lang="en-US" sz="19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lenguaje para definir y consultar datos en bases de datos relacionales.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58368" y="2103120"/>
            <a:ext cx="350306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2304288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441448" y="2103120"/>
            <a:ext cx="158282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columnas se muestran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4314" y="2103120"/>
            <a:ext cx="350306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7194" y="2304288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127394" y="2103120"/>
            <a:ext cx="158282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qué tabla se consulta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30261" y="2103120"/>
            <a:ext cx="350306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3141" y="2304288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813341" y="2103120"/>
            <a:ext cx="158282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 otra tabla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68" y="3291840"/>
            <a:ext cx="350306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3493008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2441448" y="3291840"/>
            <a:ext cx="158282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columnas deben coincidir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344314" y="3291840"/>
            <a:ext cx="350306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27194" y="3493008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127394" y="3291840"/>
            <a:ext cx="158282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Igualdad entre dos valores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030261" y="3291840"/>
            <a:ext cx="350306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3141" y="3493008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9813341" y="3291840"/>
            <a:ext cx="158282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Pone nombre a una columna del resultado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8368" y="4480560"/>
            <a:ext cx="350306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1248" y="4681728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2441448" y="4480560"/>
            <a:ext cx="158282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 el resultado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344314" y="4480560"/>
            <a:ext cx="350306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7194" y="4681728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6127394" y="4480560"/>
            <a:ext cx="158282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 las filas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030261" y="4480560"/>
            <a:ext cx="350306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13141" y="4681728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9813341" y="4480560"/>
            <a:ext cx="158282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 la instrucción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6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consulta que recupera el 1042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00200"/>
            <a:ext cx="7086600" cy="3081528"/>
          </a:xfrm>
          <a:prstGeom prst="roundRect">
            <a:avLst>
              <a:gd name="adj" fmla="val 118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" y="1709928"/>
            <a:ext cx="68305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783080"/>
            <a:ext cx="6611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· consulta del pedido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167128"/>
            <a:ext cx="6665976" cy="2331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19288" y="164592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1–6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933688" y="1572768"/>
            <a:ext cx="2599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columnas mostrar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019288" y="235915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933688" y="2286000"/>
            <a:ext cx="2599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parte desde pedido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019288" y="3072384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8–10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933688" y="2999232"/>
            <a:ext cx="2599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unen cliente, detalle y producto por sus claves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019288" y="3785616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933688" y="3712464"/>
            <a:ext cx="2599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el pedido 1042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019288" y="4498848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933688" y="4425696"/>
            <a:ext cx="2599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 por producto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658368" y="4818888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números de la izquierda indican la línea del código.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corresponde a la estructura y los datos de este ejemplo.</a:t>
            </a:r>
            <a:endParaRPr lang="en-US" sz="1650" dirty="0"/>
          </a:p>
        </p:txBody>
      </p:sp>
      <p:sp>
        <p:nvSpPr>
          <p:cNvPr id="23" name="Shape 1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6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número llega como parámetro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Parámetro: </a:t>
            </a:r>
            <a:r>
              <a:rPr lang="en-US" sz="19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valor que se entrega a la consulta por separado de su texto.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2377440"/>
            <a:ext cx="23774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606D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8368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escribe la persona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081528" y="2651760"/>
            <a:ext cx="1136599" cy="914"/>
          </a:xfrm>
          <a:prstGeom prst="line">
            <a:avLst/>
          </a:prstGeom>
          <a:noFill/>
          <a:ln w="30480">
            <a:solidFill>
              <a:srgbClr val="3FAE6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09567" y="2103120"/>
            <a:ext cx="7223760" cy="1280160"/>
          </a:xfrm>
          <a:prstGeom prst="roundRect">
            <a:avLst>
              <a:gd name="adj" fmla="val 5714"/>
            </a:avLst>
          </a:prstGeom>
          <a:solidFill>
            <a:srgbClr val="E9F6EE"/>
          </a:solidFill>
          <a:ln w="20320">
            <a:solidFill>
              <a:srgbClr val="3FAE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8167" y="2331720"/>
            <a:ext cx="777240" cy="7772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6932" y="2510485"/>
            <a:ext cx="419710" cy="4197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98287" y="21031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entrega como parámetro, con el mecanismo de acceso a datos de la tecnología elegida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1847088" y="3337560"/>
            <a:ext cx="914" cy="1188720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847088" y="4526280"/>
            <a:ext cx="2371039" cy="914"/>
          </a:xfrm>
          <a:prstGeom prst="line">
            <a:avLst/>
          </a:prstGeom>
          <a:noFill/>
          <a:ln w="3048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309567" y="3886200"/>
            <a:ext cx="7223760" cy="1280160"/>
          </a:xfrm>
          <a:prstGeom prst="roundRect">
            <a:avLst>
              <a:gd name="adj" fmla="val 5714"/>
            </a:avLst>
          </a:prstGeom>
          <a:solidFill>
            <a:srgbClr val="F8E4E5"/>
          </a:solidFill>
          <a:ln w="20320">
            <a:solidFill>
              <a:srgbClr val="D62027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4538167" y="4114800"/>
            <a:ext cx="777240" cy="7772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6932" y="4293565"/>
            <a:ext cx="419710" cy="4197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98287" y="38862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arma la instrucción pegando directamente el texto escrito por la persona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consulta de ejemplo, el 1042 está escrito; en una aplicación llega desde la pantalla.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0" name="Text 2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6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el sistema debe impedir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1344168" y="1536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287768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LO IMPIDE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828800"/>
            <a:ext cx="1087495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" y="1929384"/>
            <a:ext cx="457200" cy="457200"/>
          </a:xfrm>
          <a:prstGeom prst="ellipse">
            <a:avLst/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252" y="2034540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4168" y="182880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pedidos con el mismo número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693408" y="1901952"/>
            <a:ext cx="512064" cy="5120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1183" y="2019727"/>
            <a:ext cx="276515" cy="2765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87768" y="1828800"/>
            <a:ext cx="41541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primaria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768096" y="2660904"/>
            <a:ext cx="457200" cy="457200"/>
          </a:xfrm>
          <a:prstGeom prst="ellipse">
            <a:avLst/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252" y="2766060"/>
            <a:ext cx="246888" cy="2468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4168" y="25603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pedido con un cliente que no existe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693408" y="2633472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1183" y="2751247"/>
            <a:ext cx="276515" cy="27651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87768" y="2560320"/>
            <a:ext cx="41541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foránea</a:t>
            </a:r>
            <a:endParaRPr lang="en-US" sz="1650" dirty="0"/>
          </a:p>
        </p:txBody>
      </p:sp>
      <p:sp>
        <p:nvSpPr>
          <p:cNvPr id="21" name="Shape 14"/>
          <p:cNvSpPr/>
          <p:nvPr/>
        </p:nvSpPr>
        <p:spPr>
          <a:xfrm>
            <a:off x="658368" y="3291840"/>
            <a:ext cx="1087495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68096" y="3392424"/>
            <a:ext cx="457200" cy="457200"/>
          </a:xfrm>
          <a:prstGeom prst="ellipse">
            <a:avLst/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3252" y="3497580"/>
            <a:ext cx="246888" cy="2468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44168" y="32918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línea pedido y producto dos veces</a:t>
            </a:r>
            <a:endParaRPr lang="en-US" sz="1700" dirty="0"/>
          </a:p>
        </p:txBody>
      </p:sp>
      <p:sp>
        <p:nvSpPr>
          <p:cNvPr id="25" name="Shape 17"/>
          <p:cNvSpPr/>
          <p:nvPr/>
        </p:nvSpPr>
        <p:spPr>
          <a:xfrm>
            <a:off x="6693408" y="3364992"/>
            <a:ext cx="512064" cy="51206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11183" y="3482767"/>
            <a:ext cx="276515" cy="27651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87768" y="3291840"/>
            <a:ext cx="41541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 compuesta</a:t>
            </a:r>
            <a:endParaRPr lang="en-US" sz="1650" dirty="0"/>
          </a:p>
        </p:txBody>
      </p:sp>
      <p:sp>
        <p:nvSpPr>
          <p:cNvPr id="28" name="Shape 19"/>
          <p:cNvSpPr/>
          <p:nvPr/>
        </p:nvSpPr>
        <p:spPr>
          <a:xfrm>
            <a:off x="768096" y="4123944"/>
            <a:ext cx="457200" cy="457200"/>
          </a:xfrm>
          <a:prstGeom prst="ellipse">
            <a:avLst/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3252" y="4229100"/>
            <a:ext cx="246888" cy="24688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344168" y="40233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cantidad cero, negativa o no numérica</a:t>
            </a:r>
            <a:endParaRPr lang="en-US" sz="1700" dirty="0"/>
          </a:p>
        </p:txBody>
      </p:sp>
      <p:sp>
        <p:nvSpPr>
          <p:cNvPr id="31" name="Shape 21"/>
          <p:cNvSpPr/>
          <p:nvPr/>
        </p:nvSpPr>
        <p:spPr>
          <a:xfrm>
            <a:off x="6693408" y="4096512"/>
            <a:ext cx="512064" cy="51206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11183" y="4214287"/>
            <a:ext cx="276515" cy="27651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287768" y="4023360"/>
            <a:ext cx="41541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y la restricción de cantidad positiva</a:t>
            </a:r>
            <a:endParaRPr lang="en-US" sz="1650" dirty="0"/>
          </a:p>
        </p:txBody>
      </p:sp>
      <p:sp>
        <p:nvSpPr>
          <p:cNvPr id="34" name="Shape 23"/>
          <p:cNvSpPr/>
          <p:nvPr/>
        </p:nvSpPr>
        <p:spPr>
          <a:xfrm>
            <a:off x="658368" y="4754880"/>
            <a:ext cx="1087495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768096" y="4855464"/>
            <a:ext cx="457200" cy="457200"/>
          </a:xfrm>
          <a:prstGeom prst="ellipse">
            <a:avLst/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3252" y="4960620"/>
            <a:ext cx="246888" cy="24688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344168" y="475488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pedido sin productos o con una línea que falló</a:t>
            </a:r>
            <a:endParaRPr lang="en-US" sz="1700" dirty="0"/>
          </a:p>
        </p:txBody>
      </p:sp>
      <p:sp>
        <p:nvSpPr>
          <p:cNvPr id="38" name="Shape 26"/>
          <p:cNvSpPr/>
          <p:nvPr/>
        </p:nvSpPr>
        <p:spPr>
          <a:xfrm>
            <a:off x="6693408" y="4828032"/>
            <a:ext cx="512064" cy="5120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811183" y="4945807"/>
            <a:ext cx="276515" cy="276515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7287768" y="4754880"/>
            <a:ext cx="41541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operación: evita un pedido incompleto</a:t>
            </a:r>
            <a:endParaRPr lang="en-US" sz="1650" dirty="0"/>
          </a:p>
        </p:txBody>
      </p:sp>
      <p:sp>
        <p:nvSpPr>
          <p:cNvPr id="41" name="Shape 2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claves foráneas revisan referencias, pero no aseguran que un pedido tenga al menos una línea.</a:t>
            </a:r>
            <a:endParaRPr lang="en-US" sz="1650" dirty="0"/>
          </a:p>
        </p:txBody>
      </p:sp>
      <p:sp>
        <p:nvSpPr>
          <p:cNvPr id="43" name="Shape 3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6" name="Shape 3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9" name="Shape 3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52" name="Shape 3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5" name="Shape 3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8" name="Shape 4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61" name="Text 4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6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Transacción: todo o nada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transacción agrupa los cambios: se confirman todos o se deshacen todos si alguno falla.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58368" y="214884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7780">
            <a:solidFill>
              <a:srgbClr val="52606D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932688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TRANSACCIÓN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2688" y="2532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se guarda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2688" y="3063240"/>
            <a:ext cx="3017520" cy="438912"/>
          </a:xfrm>
          <a:prstGeom prst="roundRect">
            <a:avLst>
              <a:gd name="adj" fmla="val 12500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1042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1648" y="311810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3611880"/>
            <a:ext cx="3017520" cy="438912"/>
          </a:xfrm>
          <a:prstGeom prst="roundRect">
            <a:avLst>
              <a:gd name="adj" fmla="val 12500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línea: Cemento · 2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1648" y="366674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" y="4160520"/>
            <a:ext cx="3017520" cy="438912"/>
          </a:xfrm>
          <a:prstGeom prst="roundRect">
            <a:avLst>
              <a:gd name="adj" fmla="val 12500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línea: Brocha · 3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41648" y="4215384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32688" y="4754880"/>
            <a:ext cx="566928" cy="56692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3081" y="4885273"/>
            <a:ext cx="306141" cy="30614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64208" y="47548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confirma el pedido completo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6412687" y="214884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7780">
            <a:solidFill>
              <a:srgbClr val="52606D"/>
            </a:solidFill>
            <a:prstDash val="dash"/>
          </a:ln>
        </p:spPr>
      </p:sp>
      <p:sp>
        <p:nvSpPr>
          <p:cNvPr id="20" name="Text 13"/>
          <p:cNvSpPr/>
          <p:nvPr/>
        </p:nvSpPr>
        <p:spPr>
          <a:xfrm>
            <a:off x="6687007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TRANSACCIÓN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687007" y="2532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 una línea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6687007" y="3063240"/>
            <a:ext cx="3017520" cy="438912"/>
          </a:xfrm>
          <a:prstGeom prst="roundRect">
            <a:avLst>
              <a:gd name="adj" fmla="val 12500"/>
            </a:avLst>
          </a:prstGeom>
          <a:solidFill>
            <a:srgbClr val="284B75"/>
          </a:solidFill>
          <a:ln>
            <a:solidFill>
              <a:srgbClr val="284B7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1042</a:t>
            </a:r>
            <a:endParaRPr lang="en-US" sz="14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95967" y="3118104"/>
            <a:ext cx="329184" cy="32918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87007" y="3611880"/>
            <a:ext cx="3017520" cy="438912"/>
          </a:xfrm>
          <a:prstGeom prst="roundRect">
            <a:avLst>
              <a:gd name="adj" fmla="val 12500"/>
            </a:avLst>
          </a:prstGeom>
          <a:solidFill>
            <a:srgbClr val="3FAE6A"/>
          </a:solidFill>
          <a:ln>
            <a:solidFill>
              <a:srgbClr val="3FAE6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línea: Cemento · 2</a:t>
            </a:r>
            <a:endParaRPr lang="en-US" sz="14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95967" y="3666744"/>
            <a:ext cx="329184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687007" y="4160520"/>
            <a:ext cx="3017520" cy="438912"/>
          </a:xfrm>
          <a:prstGeom prst="roundRect">
            <a:avLst>
              <a:gd name="adj" fmla="val 12500"/>
            </a:avLst>
          </a:prstGeom>
          <a:solidFill>
            <a:srgbClr val="F8E4E5"/>
          </a:solidFill>
          <a:ln w="25400">
            <a:solidFill>
              <a:srgbClr val="D620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línea: Brocha · 3</a:t>
            </a:r>
            <a:endParaRPr lang="en-US" sz="14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5967" y="4215384"/>
            <a:ext cx="329184" cy="32918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687007" y="4754880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17401" y="4885273"/>
            <a:ext cx="306141" cy="306141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418527" y="47548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deshace todo: no hay confirmación</a:t>
            </a:r>
            <a:endParaRPr lang="en-US" sz="1700" dirty="0"/>
          </a:p>
        </p:txBody>
      </p:sp>
      <p:sp>
        <p:nvSpPr>
          <p:cNvPr id="31" name="Shape 20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confirmación de éxito solo corresponde cuando el conjunto completo quedó guardado.</a:t>
            </a:r>
            <a:endParaRPr lang="en-US" sz="1650" dirty="0"/>
          </a:p>
        </p:txBody>
      </p:sp>
      <p:sp>
        <p:nvSpPr>
          <p:cNvPr id="33" name="Shape 22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6" name="Shape 24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9" name="Shape 26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2" name="Shape 28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5" name="Shape 30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8" name="Shape 32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1" name="Text 34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ESTACIÓN 6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prueba: recuperar los dos pedidos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45920"/>
            <a:ext cx="512064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45920"/>
            <a:ext cx="5120640" cy="5029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174650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5296" y="1645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N.º 1042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86968" y="21945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Cliente: Ana Soto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86968" y="256032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321101" y="2560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869741" y="2560320"/>
            <a:ext cx="17721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86968" y="298094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321101" y="29809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869741" y="2980944"/>
            <a:ext cx="17721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412687" y="1645920"/>
            <a:ext cx="512064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12687" y="1645920"/>
            <a:ext cx="5120640" cy="5029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7279" y="174650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79615" y="1645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N.º 1043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641287" y="21945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Cliente: Ana Soto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641287" y="256032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075420" y="2560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9624060" y="2560320"/>
            <a:ext cx="17721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saco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58368" y="3794760"/>
            <a:ext cx="566928" cy="56692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761" y="3925153"/>
            <a:ext cx="306141" cy="30614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89888" y="37947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cantidades del 1042 siguen sin cambios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6412687" y="3794760"/>
            <a:ext cx="566928" cy="56692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3081" y="3925153"/>
            <a:ext cx="306141" cy="30614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44207" y="37947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1043 muestra a Ana Soto con 5 sacos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658368" y="4617720"/>
            <a:ext cx="10874959" cy="868680"/>
          </a:xfrm>
          <a:prstGeom prst="roundRect">
            <a:avLst>
              <a:gd name="adj" fmla="val 8421"/>
            </a:avLst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1248" y="4727448"/>
            <a:ext cx="640080" cy="64008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8466" y="4874666"/>
            <a:ext cx="345643" cy="34564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664208" y="4617720"/>
            <a:ext cx="96862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Estación 6: con datos concretos se comprueba que el diseño guarda y recupera lo que exige la historia.</a:t>
            </a:r>
            <a:endParaRPr lang="en-US" sz="1700" dirty="0"/>
          </a:p>
        </p:txBody>
      </p:sp>
      <p:sp>
        <p:nvSpPr>
          <p:cNvPr id="35" name="Shape 27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Reutilizar un producto no reemplaza las cantidades de otro pedido.</a:t>
            </a:r>
            <a:endParaRPr lang="en-US" sz="1650" dirty="0"/>
          </a:p>
        </p:txBody>
      </p:sp>
      <p:sp>
        <p:nvSpPr>
          <p:cNvPr id="37" name="Shape 29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9" name="Shape 37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2" name="Shape 39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5" name="Text 41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3" name="Image 0" descr="C:\Users\Diego Obando\dev\tpe401-taller-de-proyecto-de-especialidad\clases\semana-03\03\ppt\source\assets\equipo-mesa.jpg">    </p:cNvPr>
          <p:cNvPicPr>
            <a:picLocks noChangeAspect="1"/>
          </p:cNvPicPr>
          <p:nvPr/>
        </p:nvPicPr>
        <p:blipFill>
          <a:blip r:embed="rId1"/>
          <a:srcRect l="0" r="0" t="8724" b="8724"/>
          <a:stretch/>
        </p:blipFill>
        <p:spPr>
          <a:xfrm>
            <a:off x="0" y="146304"/>
            <a:ext cx="12191695" cy="67116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solidFill>
            <a:srgbClr val="102A43">
              <a:alpha val="8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TRABAJO EN EQUIPO</a:t>
            </a:r>
            <a:endParaRPr lang="en-US" sz="1200" dirty="0"/>
          </a:p>
        </p:txBody>
      </p:sp>
      <p:pic>
        <p:nvPicPr>
          <p:cNvPr id="6" name="Image 1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9144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en tu proyecto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58368" y="17830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min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58368" y="26517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Traduce tu modelo a tablas y pruébalo con tus dos casos ficticios.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58368" y="3611880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61" y="3742273"/>
            <a:ext cx="306141" cy="3061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89888" y="3593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389888" y="384962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con claves, filas de ejemplo y el resultado que debe recuperarse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58368" y="43616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761" y="4492081"/>
            <a:ext cx="306141" cy="3061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89888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389888" y="4599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la clase, sección 4.4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58368" y="5111496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761" y="5241889"/>
            <a:ext cx="306141" cy="30614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89888" y="5093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TAMBIÉN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389888" y="5349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dato inválido y qué cambios deben guardarse juntos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7" name="Shape 25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0" name="Text 27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CIERRE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comprobación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856232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369" y="1986625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CLAVES Y REFERENCIAS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709928" y="1993392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cliente.id_cliente y pedido.id_cliente, aunque ambos valgan 1 en el ejemplo?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09928" y="2651760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Identifica cuál distingue al cliente y cuál señala a quién corresponde el pedido.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58368" y="3108960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8368" y="3108960"/>
            <a:ext cx="109728" cy="138988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976" y="3337560"/>
            <a:ext cx="566928" cy="56692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369" y="3467953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9928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DETALLE Y CANTIDADES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709928" y="3474720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Cemento aparece una sola vez en producto, pero dos veces en detalle_pedido?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709928" y="4133088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Compara qué describe el producto y qué describe cada solicitud de ese producto.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58368" y="4590288"/>
            <a:ext cx="1087495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" y="4590288"/>
            <a:ext cx="109728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50976" y="48188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369" y="4949281"/>
            <a:ext cx="306141" cy="30614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09928" y="4700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GUARDADO COMPLETO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709928" y="4956048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¿Tener claves foráneas garantiza que un pedido se guardó con todos sus productos?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709928" y="5614416"/>
            <a:ext cx="9594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Distingue comprobar que una referencia existe de confirmar la operación completa.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CIERRE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 en tu respuesta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1856232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369" y="1986625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CLAVES Y REFERENCIAS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709928" y="1993392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cliente es la clave primaria; en pedido es una clave foránea que apunta a ese cliente.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09928" y="26883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64408" y="2651760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valor puede identificar una fila en una tabla y servir de referencia desde otra.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58368" y="3108960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108960"/>
            <a:ext cx="109728" cy="138988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0976" y="3337560"/>
            <a:ext cx="566928" cy="566928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369" y="3467953"/>
            <a:ext cx="306141" cy="3061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9928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DETALLE Y CANTIDADES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709928" y="3474720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describe el artículo que se reutiliza; cada fila de detalle registra su cantidad en un pedido concreto.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09928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264408" y="4133088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cantidad se conserva en la relación, sin sobrescribir operaciones distintas.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58368" y="4590288"/>
            <a:ext cx="10874959" cy="1389888"/>
          </a:xfrm>
          <a:prstGeom prst="rect">
            <a:avLst/>
          </a:prstGeom>
          <a:solidFill>
            <a:srgbClr val="F8F3EC"/>
          </a:solidFill>
          <a:ln w="12700">
            <a:solidFill>
              <a:srgbClr val="F8F3EC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590288"/>
            <a:ext cx="109728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50976" y="4818888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369" y="4949281"/>
            <a:ext cx="306141" cy="30614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09928" y="4700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GUARDADO COMPLETO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709928" y="4956048"/>
            <a:ext cx="95947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También se exige al menos un producto y guardar el pedido con todos sus detalles como una operación completa.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709928" y="5650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264408" y="5614416"/>
            <a:ext cx="8040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y lógica de guardado trabajan juntas para cumplir el criterio de aceptación.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5" name="Shape 3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8" name="Text 3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10:40 A 10:50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operación completa, estación por estación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1564615" y="2185416"/>
            <a:ext cx="9062466" cy="109728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84555" y="1760220"/>
            <a:ext cx="960120" cy="9601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5382" y="1981048"/>
            <a:ext cx="518465" cy="5184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830068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31520" y="3611880"/>
            <a:ext cx="1666189" cy="1691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22860">
            <a:solidFill>
              <a:srgbClr val="D6202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657600"/>
            <a:ext cx="14833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 y encontrar los pedidos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2897048" y="1760220"/>
            <a:ext cx="960120" cy="9601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7875" y="1981048"/>
            <a:ext cx="518465" cy="5184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98293" y="2830068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2544013" y="3611880"/>
            <a:ext cx="1666189" cy="1691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22860">
            <a:solidFill>
              <a:srgbClr val="E0BC5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635453" y="3657600"/>
            <a:ext cx="14833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con cliente, productos y cantidades; número único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4709541" y="1760220"/>
            <a:ext cx="960120" cy="96012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0369" y="1981048"/>
            <a:ext cx="518465" cy="5184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10786" y="2830068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356506" y="3611880"/>
            <a:ext cx="1666189" cy="1691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22860">
            <a:solidFill>
              <a:srgbClr val="3FAE6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447946" y="3657600"/>
            <a:ext cx="14833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persona del mesón… y cuatro criterios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522034" y="1760220"/>
            <a:ext cx="960120" cy="96012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42862" y="1981048"/>
            <a:ext cx="518465" cy="5184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23280" y="2830068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6169000" y="3611880"/>
            <a:ext cx="1666189" cy="1691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22860">
            <a:solidFill>
              <a:srgbClr val="284B75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260440" y="3657600"/>
            <a:ext cx="14833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Formulario, validación, guardado y número 1042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8334527" y="1760220"/>
            <a:ext cx="960120" cy="9601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55355" y="1981048"/>
            <a:ext cx="518465" cy="51846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935773" y="2830068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1450" dirty="0"/>
          </a:p>
        </p:txBody>
      </p:sp>
      <p:sp>
        <p:nvSpPr>
          <p:cNvPr id="30" name="Shape 22"/>
          <p:cNvSpPr/>
          <p:nvPr/>
        </p:nvSpPr>
        <p:spPr>
          <a:xfrm>
            <a:off x="7981493" y="3611880"/>
            <a:ext cx="1666189" cy="1691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22860">
            <a:solidFill>
              <a:srgbClr val="102A43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8072933" y="3657600"/>
            <a:ext cx="14833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Cliente, Producto, Pedido y detalle_pedido</a:t>
            </a:r>
            <a:endParaRPr lang="en-US" sz="1450" dirty="0"/>
          </a:p>
        </p:txBody>
      </p:sp>
      <p:sp>
        <p:nvSpPr>
          <p:cNvPr id="32" name="Shape 24"/>
          <p:cNvSpPr/>
          <p:nvPr/>
        </p:nvSpPr>
        <p:spPr>
          <a:xfrm>
            <a:off x="10147021" y="1760220"/>
            <a:ext cx="960120" cy="9601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67848" y="1981048"/>
            <a:ext cx="518465" cy="51846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748266" y="2830068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450" dirty="0"/>
          </a:p>
        </p:txBody>
      </p:sp>
      <p:sp>
        <p:nvSpPr>
          <p:cNvPr id="35" name="Shape 26"/>
          <p:cNvSpPr/>
          <p:nvPr/>
        </p:nvSpPr>
        <p:spPr>
          <a:xfrm>
            <a:off x="9793986" y="3611880"/>
            <a:ext cx="1666189" cy="16916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22860">
            <a:solidFill>
              <a:srgbClr val="52606D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9885426" y="3657600"/>
            <a:ext cx="14833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el 1042 y el 1043</a:t>
            </a:r>
            <a:endParaRPr lang="en-US" sz="1450" dirty="0"/>
          </a:p>
        </p:txBody>
      </p:sp>
      <p:sp>
        <p:nvSpPr>
          <p:cNvPr id="37" name="Shape 2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estación responde su pregunta y entrega el punto de partida de la siguiente.</a:t>
            </a:r>
            <a:endParaRPr lang="en-US" sz="1650" dirty="0"/>
          </a:p>
        </p:txBody>
      </p:sp>
      <p:sp>
        <p:nvSpPr>
          <p:cNvPr id="39" name="Shape 3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5" name="Shape 3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8" name="Shape 3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1" name="Shape 3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4" name="Shape 4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7" name="Text 4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REVISIÓN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 el diseño de tu equipo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1087495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572768"/>
            <a:ext cx="109728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2688" y="1682496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256" y="1796064"/>
            <a:ext cx="266639" cy="2666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18488" y="15727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y requerimientos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81728" y="1572768"/>
            <a:ext cx="6668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problema se atiende, quién usa la operación, qué incluye, qué queda fuera y de dónde salen sus reglas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58368" y="2359152"/>
            <a:ext cx="1087495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8368" y="2359152"/>
            <a:ext cx="109728" cy="71323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32688" y="2468880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256" y="2582448"/>
            <a:ext cx="266639" cy="2666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18488" y="23591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681728" y="2359152"/>
            <a:ext cx="6668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resultado útil se espera y cómo se reconoce el éxito o un dato por corregir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658368" y="3145536"/>
            <a:ext cx="1087495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8368" y="3145536"/>
            <a:ext cx="109728" cy="71323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2688" y="3255264"/>
            <a:ext cx="493776" cy="49377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6256" y="3368832"/>
            <a:ext cx="266639" cy="2666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18488" y="314553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bocetos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4681728" y="3145536"/>
            <a:ext cx="6668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 la persona, qué responde el sistema y qué pasa cuando no puede continuar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658368" y="3931920"/>
            <a:ext cx="1087495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3931920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32688" y="4041648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256" y="4155216"/>
            <a:ext cx="266639" cy="26663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18488" y="39319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y tablas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4681728" y="3931920"/>
            <a:ext cx="6668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guarda, a qué pertenece cada dato y cómo se relacionan los registros</a:t>
            </a:r>
            <a:endParaRPr lang="en-US" sz="1550" dirty="0"/>
          </a:p>
        </p:txBody>
      </p:sp>
      <p:sp>
        <p:nvSpPr>
          <p:cNvPr id="30" name="Shape 23"/>
          <p:cNvSpPr/>
          <p:nvPr/>
        </p:nvSpPr>
        <p:spPr>
          <a:xfrm>
            <a:off x="658368" y="4718304"/>
            <a:ext cx="1087495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58368" y="4718304"/>
            <a:ext cx="109728" cy="71323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932688" y="4828032"/>
            <a:ext cx="493776" cy="49377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6256" y="4941600"/>
            <a:ext cx="266639" cy="26663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618488" y="471830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de comprobación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4681728" y="4718304"/>
            <a:ext cx="66687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datos se usan y qué debe recuperarse, con el segundo caso y un dato inválido</a:t>
            </a:r>
            <a:endParaRPr lang="en-US" sz="1550" dirty="0"/>
          </a:p>
        </p:txBody>
      </p:sp>
      <p:sp>
        <p:nvSpPr>
          <p:cNvPr id="36" name="Shape 28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Recorre un caso de tu proyecto con estos cinco materiales.</a:t>
            </a:r>
            <a:endParaRPr lang="en-US" sz="1650" dirty="0"/>
          </a:p>
        </p:txBody>
      </p:sp>
      <p:sp>
        <p:nvSpPr>
          <p:cNvPr id="38" name="Shape 30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47" name="Shape 36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50" name="Shape 38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53" name="Shape 40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56" name="Text 42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REVISIÓN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algo no calza, se vuelve atrás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64592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SI…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2148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exige un dato que el modelo no guarda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932688" y="3429000"/>
            <a:ext cx="640080" cy="64008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906" y="3576218"/>
            <a:ext cx="345643" cy="3456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55648" y="3337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el modelo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32688" y="429768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Vuelve a: Datos y tablas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381348" y="164592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55668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SI…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55668" y="2148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 una tabla o una pantalla sin relación con el alcance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4655668" y="3429000"/>
            <a:ext cx="640080" cy="64008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2886" y="3576218"/>
            <a:ext cx="345643" cy="3456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8628" y="3337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qué necesidad la justifica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655668" y="429768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>
            <a:solidFill>
              <a:srgbClr val="D6202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Vuelve a: Necesidad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104327" y="164592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378647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SI…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78647" y="2148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regla sigue siendo provisional</a:t>
            </a:r>
            <a:endParaRPr lang="en-US" sz="1750" dirty="0"/>
          </a:p>
        </p:txBody>
      </p:sp>
      <p:sp>
        <p:nvSpPr>
          <p:cNvPr id="23" name="Shape 18"/>
          <p:cNvSpPr/>
          <p:nvPr/>
        </p:nvSpPr>
        <p:spPr>
          <a:xfrm>
            <a:off x="8378647" y="3429000"/>
            <a:ext cx="640080" cy="64008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5866" y="3576218"/>
            <a:ext cx="345643" cy="3456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01607" y="3337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el supuesto y anota qué cambiaría al confirmarse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378647" y="429768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>
            <a:solidFill>
              <a:srgbClr val="E0BC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Vuelve a: Requerimientos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58368" y="5074920"/>
            <a:ext cx="10874959" cy="457200"/>
          </a:xfrm>
          <a:prstGeom prst="roundRect">
            <a:avLst>
              <a:gd name="adj" fmla="val 16000"/>
            </a:avLst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86968" y="5074920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terminar, registra qué parte del diseño ya se puede explicar y comprobar, y qué falta precisar.</a:t>
            </a:r>
            <a:endParaRPr lang="en-US" sz="1550" dirty="0"/>
          </a:p>
        </p:txBody>
      </p:sp>
      <p:sp>
        <p:nvSpPr>
          <p:cNvPr id="29" name="Shape 23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7" name="Text 35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PROPUESTA DE PROYECTO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del taller alimenta la propuesta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6916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Alcance, exclusiones y supuestos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733288" y="2075688"/>
            <a:ext cx="914400" cy="0"/>
          </a:xfrm>
          <a:prstGeom prst="line">
            <a:avLst/>
          </a:prstGeom>
          <a:noFill/>
          <a:ln w="3302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6830568" y="1691640"/>
            <a:ext cx="4702759" cy="777240"/>
          </a:xfrm>
          <a:prstGeom prst="roundRect">
            <a:avLst>
              <a:gd name="adj" fmla="val 9412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Delimitación del desafío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58368" y="27432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y la operación que se diseñan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733288" y="3127248"/>
            <a:ext cx="914400" cy="0"/>
          </a:xfrm>
          <a:prstGeom prst="line">
            <a:avLst/>
          </a:prstGeom>
          <a:noFill/>
          <a:ln w="3302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6830568" y="2743200"/>
            <a:ext cx="4702759" cy="777240"/>
          </a:xfrm>
          <a:prstGeom prst="roundRect">
            <a:avLst>
              <a:gd name="adj" fmla="val 9412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 esperado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8368" y="379476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D8CF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que el software permite observar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733288" y="4178808"/>
            <a:ext cx="914400" cy="0"/>
          </a:xfrm>
          <a:prstGeom prst="line">
            <a:avLst/>
          </a:prstGeom>
          <a:noFill/>
          <a:ln w="3302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6830568" y="3794760"/>
            <a:ext cx="4702759" cy="777240"/>
          </a:xfrm>
          <a:prstGeom prst="roundRect">
            <a:avLst>
              <a:gd name="adj" fmla="val 9412"/>
            </a:avLst>
          </a:prstGeom>
          <a:solidFill>
            <a:srgbClr val="102A43"/>
          </a:solidFill>
          <a:ln>
            <a:solidFill>
              <a:srgbClr val="102A4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58368" y="4846320"/>
            <a:ext cx="10874959" cy="685800"/>
          </a:xfrm>
          <a:prstGeom prst="roundRect">
            <a:avLst>
              <a:gd name="adj" fmla="val 10667"/>
            </a:avLst>
          </a:prstGeom>
          <a:solidFill>
            <a:srgbClr val="FBF3DE"/>
          </a:solidFill>
          <a:ln w="12700">
            <a:solidFill>
              <a:srgbClr val="FBF3DE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968" y="49834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81328" y="4846320"/>
            <a:ext cx="98691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los bocetos, el modelo y las comprobaciones como evidencia del desarrollo del proyecto.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TRANSFERENCIA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315612"/>
            <a:ext cx="1600200" cy="557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78638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método, otros sistemas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17904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ferretería fue el ejemplo resuelto. Estas son operaciones posibles para recorrer con el mismo método: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2148840"/>
            <a:ext cx="3429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148840"/>
            <a:ext cx="3429000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968" y="230428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774" y="2443094"/>
            <a:ext cx="325892" cy="3258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64208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costos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32688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POSIBLE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32688" y="3520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los insumos utilizados en un servicio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932688" y="4800600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225" y="4893137"/>
            <a:ext cx="235549" cy="23554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426464" y="4800600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9001" y="4893137"/>
            <a:ext cx="235549" cy="235549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920240" y="4800600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2777" y="4893137"/>
            <a:ext cx="235549" cy="23554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414016" y="4800600"/>
            <a:ext cx="420624" cy="42062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06553" y="4893137"/>
            <a:ext cx="235549" cy="235549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2907792" y="4800600"/>
            <a:ext cx="420624" cy="420624"/>
          </a:xfrm>
          <a:prstGeom prst="ellipse">
            <a:avLst/>
          </a:prstGeom>
          <a:solidFill>
            <a:srgbClr val="102A43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00329" y="4893137"/>
            <a:ext cx="235549" cy="235549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3401568" y="4800600"/>
            <a:ext cx="420624" cy="42062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4105" y="4893137"/>
            <a:ext cx="235549" cy="235549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4381348" y="2148840"/>
            <a:ext cx="3429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4381348" y="2148840"/>
            <a:ext cx="3429000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4609948" y="230428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48754" y="2443094"/>
            <a:ext cx="325892" cy="3258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87188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Órbita Digital</a:t>
            </a:r>
            <a:endParaRPr lang="en-US" sz="1800" dirty="0"/>
          </a:p>
        </p:txBody>
      </p:sp>
      <p:sp>
        <p:nvSpPr>
          <p:cNvPr id="31" name="Text 20"/>
          <p:cNvSpPr/>
          <p:nvPr/>
        </p:nvSpPr>
        <p:spPr>
          <a:xfrm>
            <a:off x="4655668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POSIBLE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4655668" y="3520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una ficha de empresa</a:t>
            </a:r>
            <a:endParaRPr lang="en-US" sz="1900" dirty="0"/>
          </a:p>
        </p:txBody>
      </p:sp>
      <p:sp>
        <p:nvSpPr>
          <p:cNvPr id="33" name="Shape 22"/>
          <p:cNvSpPr/>
          <p:nvPr/>
        </p:nvSpPr>
        <p:spPr>
          <a:xfrm>
            <a:off x="4655668" y="4800600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48205" y="4893137"/>
            <a:ext cx="235549" cy="235549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5149444" y="4800600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241981" y="4893137"/>
            <a:ext cx="235549" cy="235549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5643220" y="4800600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35757" y="4893137"/>
            <a:ext cx="235549" cy="235549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6136996" y="4800600"/>
            <a:ext cx="420624" cy="42062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29533" y="4893137"/>
            <a:ext cx="235549" cy="235549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6630772" y="4800600"/>
            <a:ext cx="420624" cy="420624"/>
          </a:xfrm>
          <a:prstGeom prst="ellipse">
            <a:avLst/>
          </a:prstGeom>
          <a:solidFill>
            <a:srgbClr val="102A43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723309" y="4893137"/>
            <a:ext cx="235549" cy="235549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7124548" y="4800600"/>
            <a:ext cx="420624" cy="42062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217085" y="4893137"/>
            <a:ext cx="235549" cy="235549"/>
          </a:xfrm>
          <a:prstGeom prst="rect">
            <a:avLst/>
          </a:prstGeom>
        </p:spPr>
      </p:pic>
      <p:sp>
        <p:nvSpPr>
          <p:cNvPr id="45" name="Shape 28"/>
          <p:cNvSpPr/>
          <p:nvPr/>
        </p:nvSpPr>
        <p:spPr>
          <a:xfrm>
            <a:off x="8104327" y="2148840"/>
            <a:ext cx="3429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6" name="Shape 29"/>
          <p:cNvSpPr/>
          <p:nvPr/>
        </p:nvSpPr>
        <p:spPr>
          <a:xfrm>
            <a:off x="8104327" y="2148840"/>
            <a:ext cx="3429000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7" name="Shape 30"/>
          <p:cNvSpPr/>
          <p:nvPr/>
        </p:nvSpPr>
        <p:spPr>
          <a:xfrm>
            <a:off x="8332927" y="230428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471733" y="2443094"/>
            <a:ext cx="325892" cy="325892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9110167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Yo Compro Local</a:t>
            </a:r>
            <a:endParaRPr lang="en-US" sz="1800" dirty="0"/>
          </a:p>
        </p:txBody>
      </p:sp>
      <p:sp>
        <p:nvSpPr>
          <p:cNvPr id="50" name="Text 32"/>
          <p:cNvSpPr/>
          <p:nvPr/>
        </p:nvSpPr>
        <p:spPr>
          <a:xfrm>
            <a:off x="8378647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POSIBLE</a:t>
            </a:r>
            <a:endParaRPr lang="en-US" sz="1100" dirty="0"/>
          </a:p>
        </p:txBody>
      </p:sp>
      <p:sp>
        <p:nvSpPr>
          <p:cNvPr id="51" name="Text 33"/>
          <p:cNvSpPr/>
          <p:nvPr/>
        </p:nvSpPr>
        <p:spPr>
          <a:xfrm>
            <a:off x="8378647" y="3520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una entrega a un punto de venta</a:t>
            </a:r>
            <a:endParaRPr lang="en-US" sz="1900" dirty="0"/>
          </a:p>
        </p:txBody>
      </p:sp>
      <p:sp>
        <p:nvSpPr>
          <p:cNvPr id="52" name="Shape 34"/>
          <p:cNvSpPr/>
          <p:nvPr/>
        </p:nvSpPr>
        <p:spPr>
          <a:xfrm>
            <a:off x="8378647" y="4800600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471184" y="4893137"/>
            <a:ext cx="235549" cy="235549"/>
          </a:xfrm>
          <a:prstGeom prst="rect">
            <a:avLst/>
          </a:prstGeom>
        </p:spPr>
      </p:pic>
      <p:sp>
        <p:nvSpPr>
          <p:cNvPr id="54" name="Shape 35"/>
          <p:cNvSpPr/>
          <p:nvPr/>
        </p:nvSpPr>
        <p:spPr>
          <a:xfrm>
            <a:off x="8872423" y="4800600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964960" y="4893137"/>
            <a:ext cx="235549" cy="235549"/>
          </a:xfrm>
          <a:prstGeom prst="rect">
            <a:avLst/>
          </a:prstGeom>
        </p:spPr>
      </p:pic>
      <p:sp>
        <p:nvSpPr>
          <p:cNvPr id="56" name="Shape 36"/>
          <p:cNvSpPr/>
          <p:nvPr/>
        </p:nvSpPr>
        <p:spPr>
          <a:xfrm>
            <a:off x="9366199" y="4800600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57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458736" y="4893137"/>
            <a:ext cx="235549" cy="235549"/>
          </a:xfrm>
          <a:prstGeom prst="rect">
            <a:avLst/>
          </a:prstGeom>
        </p:spPr>
      </p:pic>
      <p:sp>
        <p:nvSpPr>
          <p:cNvPr id="58" name="Shape 37"/>
          <p:cNvSpPr/>
          <p:nvPr/>
        </p:nvSpPr>
        <p:spPr>
          <a:xfrm>
            <a:off x="9859975" y="4800600"/>
            <a:ext cx="420624" cy="42062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952512" y="4893137"/>
            <a:ext cx="235549" cy="235549"/>
          </a:xfrm>
          <a:prstGeom prst="rect">
            <a:avLst/>
          </a:prstGeom>
        </p:spPr>
      </p:pic>
      <p:sp>
        <p:nvSpPr>
          <p:cNvPr id="60" name="Shape 38"/>
          <p:cNvSpPr/>
          <p:nvPr/>
        </p:nvSpPr>
        <p:spPr>
          <a:xfrm>
            <a:off x="10353751" y="4800600"/>
            <a:ext cx="420624" cy="420624"/>
          </a:xfrm>
          <a:prstGeom prst="ellipse">
            <a:avLst/>
          </a:prstGeom>
          <a:solidFill>
            <a:srgbClr val="102A43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1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446288" y="4893137"/>
            <a:ext cx="235549" cy="235549"/>
          </a:xfrm>
          <a:prstGeom prst="rect">
            <a:avLst/>
          </a:prstGeom>
        </p:spPr>
      </p:pic>
      <p:sp>
        <p:nvSpPr>
          <p:cNvPr id="62" name="Shape 39"/>
          <p:cNvSpPr/>
          <p:nvPr/>
        </p:nvSpPr>
        <p:spPr>
          <a:xfrm>
            <a:off x="10847527" y="4800600"/>
            <a:ext cx="420624" cy="42062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63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940064" y="4893137"/>
            <a:ext cx="235549" cy="235549"/>
          </a:xfrm>
          <a:prstGeom prst="rect">
            <a:avLst/>
          </a:prstGeom>
        </p:spPr>
      </p:pic>
      <p:sp>
        <p:nvSpPr>
          <p:cNvPr id="64" name="Shape 40"/>
          <p:cNvSpPr/>
          <p:nvPr/>
        </p:nvSpPr>
        <p:spPr>
          <a:xfrm>
            <a:off x="658368" y="5705856"/>
            <a:ext cx="9144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65" name="Text 41"/>
          <p:cNvSpPr/>
          <p:nvPr/>
        </p:nvSpPr>
        <p:spPr>
          <a:xfrm>
            <a:off x="896112" y="5669280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equipo ajusta campos, reglas y datos a la información de su propio caso.</a:t>
            </a:r>
            <a:endParaRPr lang="en-US" sz="1650" dirty="0"/>
          </a:p>
        </p:txBody>
      </p:sp>
      <p:sp>
        <p:nvSpPr>
          <p:cNvPr id="66" name="Shape 42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6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68" name="Text 43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69" name="Shape 44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70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71" name="Text 45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72" name="Shape 46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73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74" name="Text 47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75" name="Shape 48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76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77" name="Text 49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78" name="Shape 50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pic>
        <p:nvPicPr>
          <p:cNvPr id="79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80" name="Text 51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81" name="Shape 52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82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83" name="Text 53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84" name="Text 54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200" dirty="0"/>
          </a:p>
        </p:txBody>
      </p:sp>
      <p:pic>
        <p:nvPicPr>
          <p:cNvPr id="4" name="Image 0" descr="C:\Users\Diego Obando\dev\tpe401-taller-de-proyecto-de-especialidad\clases\semana-03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2" y="315864"/>
            <a:ext cx="1600200" cy="556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280160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operación a la vez.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224028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estaciones, en orden, para levantar y desarrollar cualquier software.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564615" y="3794760"/>
            <a:ext cx="9062466" cy="9144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38835" y="3314700"/>
            <a:ext cx="1051560" cy="105156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0693" y="3556559"/>
            <a:ext cx="567842" cy="567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450342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2851328" y="3314700"/>
            <a:ext cx="1051560" cy="105156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93187" y="3556559"/>
            <a:ext cx="567842" cy="567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98293" y="450342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663821" y="3314700"/>
            <a:ext cx="1051560" cy="105156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5680" y="3556559"/>
            <a:ext cx="567842" cy="56784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10786" y="450342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76314" y="3314700"/>
            <a:ext cx="1051560" cy="1051560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8173" y="3556559"/>
            <a:ext cx="567842" cy="56784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23280" y="450342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8288807" y="3314700"/>
            <a:ext cx="1051560" cy="1051560"/>
          </a:xfrm>
          <a:prstGeom prst="ellipse">
            <a:avLst/>
          </a:prstGeom>
          <a:solidFill>
            <a:srgbClr val="102A43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0666" y="3556559"/>
            <a:ext cx="567842" cy="56784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935773" y="450342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10101301" y="3314700"/>
            <a:ext cx="1051560" cy="105156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43159" y="3556559"/>
            <a:ext cx="567842" cy="56784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748266" y="4503420"/>
            <a:ext cx="1757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58368" y="6336792"/>
            <a:ext cx="150571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1520" y="6391656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5097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2218944" y="6336792"/>
            <a:ext cx="150571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92096" y="6391656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511552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32" name="Shape 21"/>
          <p:cNvSpPr/>
          <p:nvPr/>
        </p:nvSpPr>
        <p:spPr>
          <a:xfrm>
            <a:off x="3779520" y="6336792"/>
            <a:ext cx="1505712" cy="2926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52672" y="6391656"/>
            <a:ext cx="182880" cy="18288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072128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y criterios</a:t>
            </a:r>
            <a:endParaRPr lang="en-US" sz="950" dirty="0"/>
          </a:p>
        </p:txBody>
      </p:sp>
      <p:sp>
        <p:nvSpPr>
          <p:cNvPr id="35" name="Shape 23"/>
          <p:cNvSpPr/>
          <p:nvPr/>
        </p:nvSpPr>
        <p:spPr>
          <a:xfrm>
            <a:off x="5340096" y="6336792"/>
            <a:ext cx="1505712" cy="2926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>
                <a:alpha val="0"/>
              </a:srgbClr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13248" y="6391656"/>
            <a:ext cx="182880" cy="18288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632704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pantallas</a:t>
            </a:r>
            <a:endParaRPr lang="en-US" sz="950" dirty="0"/>
          </a:p>
        </p:txBody>
      </p:sp>
      <p:sp>
        <p:nvSpPr>
          <p:cNvPr id="38" name="Shape 25"/>
          <p:cNvSpPr/>
          <p:nvPr/>
        </p:nvSpPr>
        <p:spPr>
          <a:xfrm>
            <a:off x="6900672" y="6336792"/>
            <a:ext cx="150571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E6EEF7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73824" y="6391656"/>
            <a:ext cx="182880" cy="18288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193280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tablas</a:t>
            </a:r>
            <a:endParaRPr lang="en-US" sz="950" dirty="0"/>
          </a:p>
        </p:txBody>
      </p:sp>
      <p:sp>
        <p:nvSpPr>
          <p:cNvPr id="41" name="Shape 27"/>
          <p:cNvSpPr/>
          <p:nvPr/>
        </p:nvSpPr>
        <p:spPr>
          <a:xfrm>
            <a:off x="8461248" y="6336792"/>
            <a:ext cx="1505712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34400" y="6391656"/>
            <a:ext cx="182880" cy="18288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8753856" y="6336792"/>
            <a:ext cx="117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50" dirty="0"/>
          </a:p>
        </p:txBody>
      </p:sp>
      <p:sp>
        <p:nvSpPr>
          <p:cNvPr id="44" name="Text 29"/>
          <p:cNvSpPr/>
          <p:nvPr/>
        </p:nvSpPr>
        <p:spPr>
          <a:xfrm>
            <a:off x="10908792" y="633679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Requerimientos, pantallas y modelo de datos</dc:title>
  <dc:subject>TPE401 · Clase 08</dc:subject>
  <dc:creator>Diego Obando</dc:creator>
  <cp:lastModifiedBy>Diego Obando</cp:lastModifiedBy>
  <cp:revision>1</cp:revision>
  <dcterms:created xsi:type="dcterms:W3CDTF">2026-10-21T02:51:40Z</dcterms:created>
  <dcterms:modified xsi:type="dcterms:W3CDTF">2026-10-21T02:51:40Z</dcterms:modified>
</cp:coreProperties>
</file>